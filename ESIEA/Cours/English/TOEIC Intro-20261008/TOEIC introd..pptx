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1033" r:id="rId4"/>
    <p:sldId id="863" r:id="rId5"/>
    <p:sldId id="1015" r:id="rId6"/>
    <p:sldId id="1019" r:id="rId7"/>
    <p:sldId id="1025" r:id="rId8"/>
    <p:sldId id="1022" r:id="rId9"/>
    <p:sldId id="1023" r:id="rId10"/>
    <p:sldId id="1026" r:id="rId11"/>
    <p:sldId id="1027" r:id="rId12"/>
    <p:sldId id="1028" r:id="rId13"/>
    <p:sldId id="1029" r:id="rId14"/>
    <p:sldId id="1032" r:id="rId15"/>
    <p:sldId id="1030" r:id="rId16"/>
    <p:sldId id="1031" r:id="rId17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A9E1"/>
    <a:srgbClr val="000000"/>
    <a:srgbClr val="E8E3D9"/>
    <a:srgbClr val="917A68"/>
    <a:srgbClr val="3D3D3D"/>
    <a:srgbClr val="E7E1D7"/>
    <a:srgbClr val="B6A292"/>
    <a:srgbClr val="868686"/>
    <a:srgbClr val="62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3447" autoAdjust="0"/>
  </p:normalViewPr>
  <p:slideViewPr>
    <p:cSldViewPr snapToGrid="0">
      <p:cViewPr varScale="1">
        <p:scale>
          <a:sx n="34" d="100"/>
          <a:sy n="34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C2750-15EE-4188-A319-A7ED16E8DE81}" type="datetimeFigureOut">
              <a:rPr lang="fr-FR" smtClean="0"/>
              <a:t>25/09/2024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D0972-92B8-4FC4-9C05-52D4C28BF4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64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D0972-92B8-4FC4-9C05-52D4C28BF4E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20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-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BD38FC6-A58F-4FC5-8F53-3197DEFBA9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8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04A987-E239-480E-ACE2-D63315A079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72686" y="1582057"/>
            <a:ext cx="8348871" cy="10551886"/>
          </a:xfrm>
          <a:custGeom>
            <a:avLst/>
            <a:gdLst>
              <a:gd name="connsiteX0" fmla="*/ 0 w 8348871"/>
              <a:gd name="connsiteY0" fmla="*/ 0 h 10551886"/>
              <a:gd name="connsiteX1" fmla="*/ 8348871 w 8348871"/>
              <a:gd name="connsiteY1" fmla="*/ 0 h 10551886"/>
              <a:gd name="connsiteX2" fmla="*/ 8348871 w 8348871"/>
              <a:gd name="connsiteY2" fmla="*/ 10551886 h 10551886"/>
              <a:gd name="connsiteX3" fmla="*/ 0 w 8348871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8871" h="10551886">
                <a:moveTo>
                  <a:pt x="0" y="0"/>
                </a:moveTo>
                <a:lnTo>
                  <a:pt x="8348871" y="0"/>
                </a:lnTo>
                <a:lnTo>
                  <a:pt x="8348871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5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03EAC8C-24F8-4C9F-A5DD-3D9940375F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76572" y="0"/>
            <a:ext cx="15602856" cy="13716000"/>
          </a:xfrm>
          <a:custGeom>
            <a:avLst/>
            <a:gdLst>
              <a:gd name="connsiteX0" fmla="*/ 0 w 15602856"/>
              <a:gd name="connsiteY0" fmla="*/ 0 h 13716000"/>
              <a:gd name="connsiteX1" fmla="*/ 15602856 w 15602856"/>
              <a:gd name="connsiteY1" fmla="*/ 0 h 13716000"/>
              <a:gd name="connsiteX2" fmla="*/ 15602856 w 15602856"/>
              <a:gd name="connsiteY2" fmla="*/ 13716000 h 13716000"/>
              <a:gd name="connsiteX3" fmla="*/ 0 w 156028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02856" h="13716000">
                <a:moveTo>
                  <a:pt x="0" y="0"/>
                </a:moveTo>
                <a:lnTo>
                  <a:pt x="15602856" y="0"/>
                </a:lnTo>
                <a:lnTo>
                  <a:pt x="1560285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336F30B-0B19-4800-8125-620082E84A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4570" y="0"/>
            <a:ext cx="22279428" cy="13716000"/>
          </a:xfrm>
          <a:custGeom>
            <a:avLst/>
            <a:gdLst>
              <a:gd name="connsiteX0" fmla="*/ 0 w 22279428"/>
              <a:gd name="connsiteY0" fmla="*/ 0 h 13716000"/>
              <a:gd name="connsiteX1" fmla="*/ 22279428 w 22279428"/>
              <a:gd name="connsiteY1" fmla="*/ 0 h 13716000"/>
              <a:gd name="connsiteX2" fmla="*/ 22279428 w 22279428"/>
              <a:gd name="connsiteY2" fmla="*/ 13716000 h 13716000"/>
              <a:gd name="connsiteX3" fmla="*/ 0 w 2227942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79428" h="13716000">
                <a:moveTo>
                  <a:pt x="0" y="0"/>
                </a:moveTo>
                <a:lnTo>
                  <a:pt x="22279428" y="0"/>
                </a:lnTo>
                <a:lnTo>
                  <a:pt x="2227942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5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C9C79DA-DEF8-467D-B3DD-9332BF1A5A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4948" y="5509080"/>
            <a:ext cx="6654097" cy="6587669"/>
          </a:xfrm>
          <a:custGeom>
            <a:avLst/>
            <a:gdLst>
              <a:gd name="connsiteX0" fmla="*/ 0 w 6654097"/>
              <a:gd name="connsiteY0" fmla="*/ 0 h 6587669"/>
              <a:gd name="connsiteX1" fmla="*/ 6654097 w 6654097"/>
              <a:gd name="connsiteY1" fmla="*/ 0 h 6587669"/>
              <a:gd name="connsiteX2" fmla="*/ 6654097 w 6654097"/>
              <a:gd name="connsiteY2" fmla="*/ 6587669 h 6587669"/>
              <a:gd name="connsiteX3" fmla="*/ 0 w 6654097"/>
              <a:gd name="connsiteY3" fmla="*/ 6587669 h 658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4097" h="6587669">
                <a:moveTo>
                  <a:pt x="0" y="0"/>
                </a:moveTo>
                <a:lnTo>
                  <a:pt x="6654097" y="0"/>
                </a:lnTo>
                <a:lnTo>
                  <a:pt x="6654097" y="6587669"/>
                </a:lnTo>
                <a:lnTo>
                  <a:pt x="0" y="65876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242742-86C1-4ED4-B954-56E7B2C44D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996348" y="1619250"/>
            <a:ext cx="6654097" cy="10477498"/>
          </a:xfrm>
          <a:custGeom>
            <a:avLst/>
            <a:gdLst>
              <a:gd name="connsiteX0" fmla="*/ 0 w 6654097"/>
              <a:gd name="connsiteY0" fmla="*/ 0 h 6587669"/>
              <a:gd name="connsiteX1" fmla="*/ 6654097 w 6654097"/>
              <a:gd name="connsiteY1" fmla="*/ 0 h 6587669"/>
              <a:gd name="connsiteX2" fmla="*/ 6654097 w 6654097"/>
              <a:gd name="connsiteY2" fmla="*/ 6587669 h 6587669"/>
              <a:gd name="connsiteX3" fmla="*/ 0 w 6654097"/>
              <a:gd name="connsiteY3" fmla="*/ 6587669 h 658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4097" h="6587669">
                <a:moveTo>
                  <a:pt x="0" y="0"/>
                </a:moveTo>
                <a:lnTo>
                  <a:pt x="6654097" y="0"/>
                </a:lnTo>
                <a:lnTo>
                  <a:pt x="6654097" y="6587669"/>
                </a:lnTo>
                <a:lnTo>
                  <a:pt x="0" y="65876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B80D94-7431-484D-8A4D-9EFAA53A90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33546" y="1619250"/>
            <a:ext cx="6654097" cy="10477498"/>
          </a:xfrm>
          <a:custGeom>
            <a:avLst/>
            <a:gdLst>
              <a:gd name="connsiteX0" fmla="*/ 0 w 6654097"/>
              <a:gd name="connsiteY0" fmla="*/ 0 h 6587669"/>
              <a:gd name="connsiteX1" fmla="*/ 6654097 w 6654097"/>
              <a:gd name="connsiteY1" fmla="*/ 0 h 6587669"/>
              <a:gd name="connsiteX2" fmla="*/ 6654097 w 6654097"/>
              <a:gd name="connsiteY2" fmla="*/ 6587669 h 6587669"/>
              <a:gd name="connsiteX3" fmla="*/ 0 w 6654097"/>
              <a:gd name="connsiteY3" fmla="*/ 6587669 h 658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4097" h="6587669">
                <a:moveTo>
                  <a:pt x="0" y="0"/>
                </a:moveTo>
                <a:lnTo>
                  <a:pt x="6654097" y="0"/>
                </a:lnTo>
                <a:lnTo>
                  <a:pt x="6654097" y="6587669"/>
                </a:lnTo>
                <a:lnTo>
                  <a:pt x="0" y="65876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5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E7D3B0-B175-47DE-A086-60AFE0506A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62570" y="1973955"/>
            <a:ext cx="6792685" cy="9768093"/>
          </a:xfrm>
          <a:custGeom>
            <a:avLst/>
            <a:gdLst>
              <a:gd name="connsiteX0" fmla="*/ 0 w 6792685"/>
              <a:gd name="connsiteY0" fmla="*/ 0 h 9768093"/>
              <a:gd name="connsiteX1" fmla="*/ 6792685 w 6792685"/>
              <a:gd name="connsiteY1" fmla="*/ 0 h 9768093"/>
              <a:gd name="connsiteX2" fmla="*/ 6792685 w 6792685"/>
              <a:gd name="connsiteY2" fmla="*/ 9768093 h 9768093"/>
              <a:gd name="connsiteX3" fmla="*/ 0 w 6792685"/>
              <a:gd name="connsiteY3" fmla="*/ 9768093 h 976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2685" h="9768093">
                <a:moveTo>
                  <a:pt x="0" y="0"/>
                </a:moveTo>
                <a:lnTo>
                  <a:pt x="6792685" y="0"/>
                </a:lnTo>
                <a:lnTo>
                  <a:pt x="6792685" y="9768093"/>
                </a:lnTo>
                <a:lnTo>
                  <a:pt x="0" y="9768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63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192CC8-2A67-4409-8A64-1EB8ACAF8D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73038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FFE4AB1-C0EB-4680-9459-5D7FBAA29B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48009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C089E2-0D00-4D7E-A337-CE7269399B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8065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4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19101F-63B5-464C-A715-B1683ED9A3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57495" y="1582057"/>
            <a:ext cx="6027927" cy="10551886"/>
          </a:xfrm>
          <a:custGeom>
            <a:avLst/>
            <a:gdLst>
              <a:gd name="connsiteX0" fmla="*/ 0 w 6027927"/>
              <a:gd name="connsiteY0" fmla="*/ 0 h 10551886"/>
              <a:gd name="connsiteX1" fmla="*/ 6027927 w 6027927"/>
              <a:gd name="connsiteY1" fmla="*/ 0 h 10551886"/>
              <a:gd name="connsiteX2" fmla="*/ 6027927 w 6027927"/>
              <a:gd name="connsiteY2" fmla="*/ 10551886 h 10551886"/>
              <a:gd name="connsiteX3" fmla="*/ 0 w 6027927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7927" h="10551886">
                <a:moveTo>
                  <a:pt x="0" y="0"/>
                </a:moveTo>
                <a:lnTo>
                  <a:pt x="6027927" y="0"/>
                </a:lnTo>
                <a:lnTo>
                  <a:pt x="6027927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C0F91DA-3310-47D3-811A-1A10517C8C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271753" y="1582057"/>
            <a:ext cx="6027927" cy="10551886"/>
          </a:xfrm>
          <a:custGeom>
            <a:avLst/>
            <a:gdLst>
              <a:gd name="connsiteX0" fmla="*/ 0 w 6027927"/>
              <a:gd name="connsiteY0" fmla="*/ 0 h 10551886"/>
              <a:gd name="connsiteX1" fmla="*/ 6027927 w 6027927"/>
              <a:gd name="connsiteY1" fmla="*/ 0 h 10551886"/>
              <a:gd name="connsiteX2" fmla="*/ 6027927 w 6027927"/>
              <a:gd name="connsiteY2" fmla="*/ 10551886 h 10551886"/>
              <a:gd name="connsiteX3" fmla="*/ 0 w 6027927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7927" h="10551886">
                <a:moveTo>
                  <a:pt x="0" y="0"/>
                </a:moveTo>
                <a:lnTo>
                  <a:pt x="6027927" y="0"/>
                </a:lnTo>
                <a:lnTo>
                  <a:pt x="6027927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02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2F46137-83D0-4604-A2E5-B777890807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74858" y="1619250"/>
            <a:ext cx="10175589" cy="10477498"/>
          </a:xfrm>
          <a:custGeom>
            <a:avLst/>
            <a:gdLst>
              <a:gd name="connsiteX0" fmla="*/ 0 w 10175589"/>
              <a:gd name="connsiteY0" fmla="*/ 0 h 10477498"/>
              <a:gd name="connsiteX1" fmla="*/ 10175589 w 10175589"/>
              <a:gd name="connsiteY1" fmla="*/ 0 h 10477498"/>
              <a:gd name="connsiteX2" fmla="*/ 10175589 w 10175589"/>
              <a:gd name="connsiteY2" fmla="*/ 10477498 h 10477498"/>
              <a:gd name="connsiteX3" fmla="*/ 0 w 10175589"/>
              <a:gd name="connsiteY3" fmla="*/ 10477498 h 1047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5589" h="10477498">
                <a:moveTo>
                  <a:pt x="0" y="0"/>
                </a:moveTo>
                <a:lnTo>
                  <a:pt x="10175589" y="0"/>
                </a:lnTo>
                <a:lnTo>
                  <a:pt x="10175589" y="10477498"/>
                </a:lnTo>
                <a:lnTo>
                  <a:pt x="0" y="104774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FD1B814-6247-470E-B757-8C308C3F06D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33547" y="1619250"/>
            <a:ext cx="10175589" cy="10477498"/>
          </a:xfrm>
          <a:custGeom>
            <a:avLst/>
            <a:gdLst>
              <a:gd name="connsiteX0" fmla="*/ 0 w 10175589"/>
              <a:gd name="connsiteY0" fmla="*/ 0 h 10477498"/>
              <a:gd name="connsiteX1" fmla="*/ 10175589 w 10175589"/>
              <a:gd name="connsiteY1" fmla="*/ 0 h 10477498"/>
              <a:gd name="connsiteX2" fmla="*/ 10175589 w 10175589"/>
              <a:gd name="connsiteY2" fmla="*/ 10477498 h 10477498"/>
              <a:gd name="connsiteX3" fmla="*/ 0 w 10175589"/>
              <a:gd name="connsiteY3" fmla="*/ 10477498 h 1047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5589" h="10477498">
                <a:moveTo>
                  <a:pt x="0" y="0"/>
                </a:moveTo>
                <a:lnTo>
                  <a:pt x="10175589" y="0"/>
                </a:lnTo>
                <a:lnTo>
                  <a:pt x="10175589" y="10477498"/>
                </a:lnTo>
                <a:lnTo>
                  <a:pt x="0" y="104774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5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8C8A5A-15BF-4E1E-B38B-1CB466FFAB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618858" y="1727200"/>
            <a:ext cx="5921830" cy="10261600"/>
          </a:xfrm>
          <a:custGeom>
            <a:avLst/>
            <a:gdLst>
              <a:gd name="connsiteX0" fmla="*/ 0 w 5921830"/>
              <a:gd name="connsiteY0" fmla="*/ 0 h 10261600"/>
              <a:gd name="connsiteX1" fmla="*/ 5921830 w 5921830"/>
              <a:gd name="connsiteY1" fmla="*/ 0 h 10261600"/>
              <a:gd name="connsiteX2" fmla="*/ 5921830 w 5921830"/>
              <a:gd name="connsiteY2" fmla="*/ 10261600 h 10261600"/>
              <a:gd name="connsiteX3" fmla="*/ 0 w 5921830"/>
              <a:gd name="connsiteY3" fmla="*/ 10261600 h 102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1830" h="10261600">
                <a:moveTo>
                  <a:pt x="0" y="0"/>
                </a:moveTo>
                <a:lnTo>
                  <a:pt x="5921830" y="0"/>
                </a:lnTo>
                <a:lnTo>
                  <a:pt x="5921830" y="10261600"/>
                </a:lnTo>
                <a:lnTo>
                  <a:pt x="0" y="10261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8F1FCC-9D2C-4E33-9B74-0A28ADE08D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87429" y="1727200"/>
            <a:ext cx="5921830" cy="10261600"/>
          </a:xfrm>
          <a:custGeom>
            <a:avLst/>
            <a:gdLst>
              <a:gd name="connsiteX0" fmla="*/ 0 w 5921830"/>
              <a:gd name="connsiteY0" fmla="*/ 0 h 10261600"/>
              <a:gd name="connsiteX1" fmla="*/ 5921830 w 5921830"/>
              <a:gd name="connsiteY1" fmla="*/ 0 h 10261600"/>
              <a:gd name="connsiteX2" fmla="*/ 5921830 w 5921830"/>
              <a:gd name="connsiteY2" fmla="*/ 10261600 h 10261600"/>
              <a:gd name="connsiteX3" fmla="*/ 0 w 5921830"/>
              <a:gd name="connsiteY3" fmla="*/ 10261600 h 102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1830" h="10261600">
                <a:moveTo>
                  <a:pt x="0" y="0"/>
                </a:moveTo>
                <a:lnTo>
                  <a:pt x="5921830" y="0"/>
                </a:lnTo>
                <a:lnTo>
                  <a:pt x="5921830" y="10261600"/>
                </a:lnTo>
                <a:lnTo>
                  <a:pt x="0" y="10261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73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609D37-D767-4E9A-B4C7-B13BF8B9C2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951783" y="8287658"/>
            <a:ext cx="6698661" cy="3809091"/>
          </a:xfrm>
          <a:custGeom>
            <a:avLst/>
            <a:gdLst>
              <a:gd name="connsiteX0" fmla="*/ 0 w 6698661"/>
              <a:gd name="connsiteY0" fmla="*/ 0 h 3809091"/>
              <a:gd name="connsiteX1" fmla="*/ 6698661 w 6698661"/>
              <a:gd name="connsiteY1" fmla="*/ 0 h 3809091"/>
              <a:gd name="connsiteX2" fmla="*/ 6698661 w 6698661"/>
              <a:gd name="connsiteY2" fmla="*/ 3809091 h 3809091"/>
              <a:gd name="connsiteX3" fmla="*/ 0 w 6698661"/>
              <a:gd name="connsiteY3" fmla="*/ 3809091 h 380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8661" h="3809091">
                <a:moveTo>
                  <a:pt x="0" y="0"/>
                </a:moveTo>
                <a:lnTo>
                  <a:pt x="6698661" y="0"/>
                </a:lnTo>
                <a:lnTo>
                  <a:pt x="6698661" y="3809091"/>
                </a:lnTo>
                <a:lnTo>
                  <a:pt x="0" y="380909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5CCBE7-DEE6-43C9-A562-BAD409F276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42664" y="1619252"/>
            <a:ext cx="6698661" cy="3809091"/>
          </a:xfrm>
          <a:custGeom>
            <a:avLst/>
            <a:gdLst>
              <a:gd name="connsiteX0" fmla="*/ 0 w 6698661"/>
              <a:gd name="connsiteY0" fmla="*/ 0 h 3809091"/>
              <a:gd name="connsiteX1" fmla="*/ 6698661 w 6698661"/>
              <a:gd name="connsiteY1" fmla="*/ 0 h 3809091"/>
              <a:gd name="connsiteX2" fmla="*/ 6698661 w 6698661"/>
              <a:gd name="connsiteY2" fmla="*/ 3809091 h 3809091"/>
              <a:gd name="connsiteX3" fmla="*/ 0 w 6698661"/>
              <a:gd name="connsiteY3" fmla="*/ 3809091 h 380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8661" h="3809091">
                <a:moveTo>
                  <a:pt x="0" y="0"/>
                </a:moveTo>
                <a:lnTo>
                  <a:pt x="6698661" y="0"/>
                </a:lnTo>
                <a:lnTo>
                  <a:pt x="6698661" y="3809091"/>
                </a:lnTo>
                <a:lnTo>
                  <a:pt x="0" y="380909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79C122-A0A9-4271-8C0B-60679274AD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951783" y="1619251"/>
            <a:ext cx="6698661" cy="6311897"/>
          </a:xfrm>
          <a:custGeom>
            <a:avLst/>
            <a:gdLst>
              <a:gd name="connsiteX0" fmla="*/ 0 w 6698661"/>
              <a:gd name="connsiteY0" fmla="*/ 0 h 3809091"/>
              <a:gd name="connsiteX1" fmla="*/ 6698661 w 6698661"/>
              <a:gd name="connsiteY1" fmla="*/ 0 h 3809091"/>
              <a:gd name="connsiteX2" fmla="*/ 6698661 w 6698661"/>
              <a:gd name="connsiteY2" fmla="*/ 3809091 h 3809091"/>
              <a:gd name="connsiteX3" fmla="*/ 0 w 6698661"/>
              <a:gd name="connsiteY3" fmla="*/ 3809091 h 380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8661" h="3809091">
                <a:moveTo>
                  <a:pt x="0" y="0"/>
                </a:moveTo>
                <a:lnTo>
                  <a:pt x="6698661" y="0"/>
                </a:lnTo>
                <a:lnTo>
                  <a:pt x="6698661" y="3809091"/>
                </a:lnTo>
                <a:lnTo>
                  <a:pt x="0" y="380909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BFAF99E-F109-4B55-9A35-E2FA1C31608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42663" y="5784851"/>
            <a:ext cx="6698661" cy="6311897"/>
          </a:xfrm>
          <a:custGeom>
            <a:avLst/>
            <a:gdLst>
              <a:gd name="connsiteX0" fmla="*/ 0 w 6698661"/>
              <a:gd name="connsiteY0" fmla="*/ 0 h 3809091"/>
              <a:gd name="connsiteX1" fmla="*/ 6698661 w 6698661"/>
              <a:gd name="connsiteY1" fmla="*/ 0 h 3809091"/>
              <a:gd name="connsiteX2" fmla="*/ 6698661 w 6698661"/>
              <a:gd name="connsiteY2" fmla="*/ 3809091 h 3809091"/>
              <a:gd name="connsiteX3" fmla="*/ 0 w 6698661"/>
              <a:gd name="connsiteY3" fmla="*/ 3809091 h 380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8661" h="3809091">
                <a:moveTo>
                  <a:pt x="0" y="0"/>
                </a:moveTo>
                <a:lnTo>
                  <a:pt x="6698661" y="0"/>
                </a:lnTo>
                <a:lnTo>
                  <a:pt x="6698661" y="3809091"/>
                </a:lnTo>
                <a:lnTo>
                  <a:pt x="0" y="380909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CA033AE-09DC-4771-960C-B3892A721C9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33543" y="1619251"/>
            <a:ext cx="6698661" cy="10477497"/>
          </a:xfrm>
          <a:custGeom>
            <a:avLst/>
            <a:gdLst>
              <a:gd name="connsiteX0" fmla="*/ 0 w 6698661"/>
              <a:gd name="connsiteY0" fmla="*/ 0 h 3809091"/>
              <a:gd name="connsiteX1" fmla="*/ 6698661 w 6698661"/>
              <a:gd name="connsiteY1" fmla="*/ 0 h 3809091"/>
              <a:gd name="connsiteX2" fmla="*/ 6698661 w 6698661"/>
              <a:gd name="connsiteY2" fmla="*/ 3809091 h 3809091"/>
              <a:gd name="connsiteX3" fmla="*/ 0 w 6698661"/>
              <a:gd name="connsiteY3" fmla="*/ 3809091 h 380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8661" h="3809091">
                <a:moveTo>
                  <a:pt x="0" y="0"/>
                </a:moveTo>
                <a:lnTo>
                  <a:pt x="6698661" y="0"/>
                </a:lnTo>
                <a:lnTo>
                  <a:pt x="6698661" y="3809091"/>
                </a:lnTo>
                <a:lnTo>
                  <a:pt x="0" y="380909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57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7502F51-1F8B-4D29-A67A-42D1799ED11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33550" y="1619250"/>
            <a:ext cx="6714658" cy="10477498"/>
          </a:xfrm>
          <a:custGeom>
            <a:avLst/>
            <a:gdLst>
              <a:gd name="connsiteX0" fmla="*/ 0 w 6714658"/>
              <a:gd name="connsiteY0" fmla="*/ 0 h 10477498"/>
              <a:gd name="connsiteX1" fmla="*/ 6714658 w 6714658"/>
              <a:gd name="connsiteY1" fmla="*/ 0 h 10477498"/>
              <a:gd name="connsiteX2" fmla="*/ 6714658 w 6714658"/>
              <a:gd name="connsiteY2" fmla="*/ 10477498 h 10477498"/>
              <a:gd name="connsiteX3" fmla="*/ 0 w 6714658"/>
              <a:gd name="connsiteY3" fmla="*/ 10477498 h 1047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4658" h="10477498">
                <a:moveTo>
                  <a:pt x="0" y="0"/>
                </a:moveTo>
                <a:lnTo>
                  <a:pt x="6714658" y="0"/>
                </a:lnTo>
                <a:lnTo>
                  <a:pt x="6714658" y="10477498"/>
                </a:lnTo>
                <a:lnTo>
                  <a:pt x="0" y="104774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C6E08-759E-4CB6-A197-D49A61B9F1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935791" y="1619250"/>
            <a:ext cx="6714658" cy="10477498"/>
          </a:xfrm>
          <a:custGeom>
            <a:avLst/>
            <a:gdLst>
              <a:gd name="connsiteX0" fmla="*/ 0 w 6714658"/>
              <a:gd name="connsiteY0" fmla="*/ 0 h 10477498"/>
              <a:gd name="connsiteX1" fmla="*/ 6714658 w 6714658"/>
              <a:gd name="connsiteY1" fmla="*/ 0 h 10477498"/>
              <a:gd name="connsiteX2" fmla="*/ 6714658 w 6714658"/>
              <a:gd name="connsiteY2" fmla="*/ 10477498 h 10477498"/>
              <a:gd name="connsiteX3" fmla="*/ 0 w 6714658"/>
              <a:gd name="connsiteY3" fmla="*/ 10477498 h 1047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4658" h="10477498">
                <a:moveTo>
                  <a:pt x="0" y="0"/>
                </a:moveTo>
                <a:lnTo>
                  <a:pt x="6714658" y="0"/>
                </a:lnTo>
                <a:lnTo>
                  <a:pt x="6714658" y="10477498"/>
                </a:lnTo>
                <a:lnTo>
                  <a:pt x="0" y="104774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70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8792776-CE12-4467-AD46-A3CBFB7182A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66474" y="2011808"/>
            <a:ext cx="7366844" cy="9692384"/>
          </a:xfrm>
          <a:custGeom>
            <a:avLst/>
            <a:gdLst>
              <a:gd name="connsiteX0" fmla="*/ 0 w 7366844"/>
              <a:gd name="connsiteY0" fmla="*/ 0 h 9692384"/>
              <a:gd name="connsiteX1" fmla="*/ 7366844 w 7366844"/>
              <a:gd name="connsiteY1" fmla="*/ 0 h 9692384"/>
              <a:gd name="connsiteX2" fmla="*/ 7366844 w 7366844"/>
              <a:gd name="connsiteY2" fmla="*/ 9692384 h 9692384"/>
              <a:gd name="connsiteX3" fmla="*/ 0 w 7366844"/>
              <a:gd name="connsiteY3" fmla="*/ 9692384 h 96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6844" h="9692384">
                <a:moveTo>
                  <a:pt x="0" y="0"/>
                </a:moveTo>
                <a:lnTo>
                  <a:pt x="7366844" y="0"/>
                </a:lnTo>
                <a:lnTo>
                  <a:pt x="7366844" y="9692384"/>
                </a:lnTo>
                <a:lnTo>
                  <a:pt x="0" y="96923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36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61B751-E652-4F43-B2A3-AD34F96D33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962400"/>
            <a:ext cx="24384000" cy="9753600"/>
          </a:xfrm>
          <a:custGeom>
            <a:avLst/>
            <a:gdLst>
              <a:gd name="connsiteX0" fmla="*/ 0 w 24384000"/>
              <a:gd name="connsiteY0" fmla="*/ 0 h 9753600"/>
              <a:gd name="connsiteX1" fmla="*/ 24384000 w 24384000"/>
              <a:gd name="connsiteY1" fmla="*/ 0 h 9753600"/>
              <a:gd name="connsiteX2" fmla="*/ 24384000 w 24384000"/>
              <a:gd name="connsiteY2" fmla="*/ 9753600 h 9753600"/>
              <a:gd name="connsiteX3" fmla="*/ 0 w 24384000"/>
              <a:gd name="connsiteY3" fmla="*/ 9753600 h 975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0" h="9753600">
                <a:moveTo>
                  <a:pt x="0" y="0"/>
                </a:moveTo>
                <a:lnTo>
                  <a:pt x="24384000" y="0"/>
                </a:lnTo>
                <a:lnTo>
                  <a:pt x="24384000" y="9753600"/>
                </a:lnTo>
                <a:lnTo>
                  <a:pt x="0" y="9753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16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442FE2B-EABC-4B54-A59A-ED77171F8E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80344" y="0"/>
            <a:ext cx="19623312" cy="13716000"/>
          </a:xfrm>
          <a:custGeom>
            <a:avLst/>
            <a:gdLst>
              <a:gd name="connsiteX0" fmla="*/ 0 w 19623312"/>
              <a:gd name="connsiteY0" fmla="*/ 0 h 13716000"/>
              <a:gd name="connsiteX1" fmla="*/ 19623312 w 19623312"/>
              <a:gd name="connsiteY1" fmla="*/ 0 h 13716000"/>
              <a:gd name="connsiteX2" fmla="*/ 19623312 w 19623312"/>
              <a:gd name="connsiteY2" fmla="*/ 13716000 h 13716000"/>
              <a:gd name="connsiteX3" fmla="*/ 0 w 19623312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23312" h="13716000">
                <a:moveTo>
                  <a:pt x="0" y="0"/>
                </a:moveTo>
                <a:lnTo>
                  <a:pt x="19623312" y="0"/>
                </a:lnTo>
                <a:lnTo>
                  <a:pt x="19623312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66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48626C-8BDA-4C22-9CF8-5995578D5C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28003" y="7055620"/>
            <a:ext cx="5921829" cy="4933180"/>
          </a:xfrm>
          <a:custGeom>
            <a:avLst/>
            <a:gdLst>
              <a:gd name="connsiteX0" fmla="*/ 0 w 5921829"/>
              <a:gd name="connsiteY0" fmla="*/ 0 h 4933180"/>
              <a:gd name="connsiteX1" fmla="*/ 5921829 w 5921829"/>
              <a:gd name="connsiteY1" fmla="*/ 0 h 4933180"/>
              <a:gd name="connsiteX2" fmla="*/ 5921829 w 5921829"/>
              <a:gd name="connsiteY2" fmla="*/ 4933180 h 4933180"/>
              <a:gd name="connsiteX3" fmla="*/ 0 w 5921829"/>
              <a:gd name="connsiteY3" fmla="*/ 4933180 h 49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1829" h="4933180">
                <a:moveTo>
                  <a:pt x="0" y="0"/>
                </a:moveTo>
                <a:lnTo>
                  <a:pt x="5921829" y="0"/>
                </a:lnTo>
                <a:lnTo>
                  <a:pt x="5921829" y="4933180"/>
                </a:lnTo>
                <a:lnTo>
                  <a:pt x="0" y="493318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92D678-39B7-4102-B685-BFD442859BF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28003" y="1727201"/>
            <a:ext cx="5921829" cy="4933180"/>
          </a:xfrm>
          <a:custGeom>
            <a:avLst/>
            <a:gdLst>
              <a:gd name="connsiteX0" fmla="*/ 0 w 5921829"/>
              <a:gd name="connsiteY0" fmla="*/ 0 h 4933180"/>
              <a:gd name="connsiteX1" fmla="*/ 5921829 w 5921829"/>
              <a:gd name="connsiteY1" fmla="*/ 0 h 4933180"/>
              <a:gd name="connsiteX2" fmla="*/ 5921829 w 5921829"/>
              <a:gd name="connsiteY2" fmla="*/ 4933180 h 4933180"/>
              <a:gd name="connsiteX3" fmla="*/ 0 w 5921829"/>
              <a:gd name="connsiteY3" fmla="*/ 4933180 h 49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1829" h="4933180">
                <a:moveTo>
                  <a:pt x="0" y="0"/>
                </a:moveTo>
                <a:lnTo>
                  <a:pt x="5921829" y="0"/>
                </a:lnTo>
                <a:lnTo>
                  <a:pt x="5921829" y="4933180"/>
                </a:lnTo>
                <a:lnTo>
                  <a:pt x="0" y="493318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5E4C63-72C6-4C28-B08E-DE03A269DB4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778476" y="1727200"/>
            <a:ext cx="5921829" cy="10261599"/>
          </a:xfrm>
          <a:custGeom>
            <a:avLst/>
            <a:gdLst>
              <a:gd name="connsiteX0" fmla="*/ 0 w 5921829"/>
              <a:gd name="connsiteY0" fmla="*/ 0 h 4933180"/>
              <a:gd name="connsiteX1" fmla="*/ 5921829 w 5921829"/>
              <a:gd name="connsiteY1" fmla="*/ 0 h 4933180"/>
              <a:gd name="connsiteX2" fmla="*/ 5921829 w 5921829"/>
              <a:gd name="connsiteY2" fmla="*/ 4933180 h 4933180"/>
              <a:gd name="connsiteX3" fmla="*/ 0 w 5921829"/>
              <a:gd name="connsiteY3" fmla="*/ 4933180 h 49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1829" h="4933180">
                <a:moveTo>
                  <a:pt x="0" y="0"/>
                </a:moveTo>
                <a:lnTo>
                  <a:pt x="5921829" y="0"/>
                </a:lnTo>
                <a:lnTo>
                  <a:pt x="5921829" y="4933180"/>
                </a:lnTo>
                <a:lnTo>
                  <a:pt x="0" y="493318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30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707C0C-E275-4F82-99B4-5FF46AEA3DB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06896" y="1"/>
            <a:ext cx="8897256" cy="13716000"/>
          </a:xfrm>
          <a:custGeom>
            <a:avLst/>
            <a:gdLst>
              <a:gd name="connsiteX0" fmla="*/ 0 w 8897256"/>
              <a:gd name="connsiteY0" fmla="*/ 0 h 13716000"/>
              <a:gd name="connsiteX1" fmla="*/ 8897256 w 8897256"/>
              <a:gd name="connsiteY1" fmla="*/ 0 h 13716000"/>
              <a:gd name="connsiteX2" fmla="*/ 8897256 w 8897256"/>
              <a:gd name="connsiteY2" fmla="*/ 13716000 h 13716000"/>
              <a:gd name="connsiteX3" fmla="*/ 0 w 88972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6000">
                <a:moveTo>
                  <a:pt x="0" y="0"/>
                </a:moveTo>
                <a:lnTo>
                  <a:pt x="8897256" y="0"/>
                </a:lnTo>
                <a:lnTo>
                  <a:pt x="889725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80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DDCCD7A-BDEF-48CE-928B-9ACEED0C824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1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967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53B4F17-190B-40C9-8636-AD2D44A9E44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7776080"/>
            <a:ext cx="11916229" cy="5939921"/>
          </a:xfrm>
          <a:custGeom>
            <a:avLst/>
            <a:gdLst>
              <a:gd name="connsiteX0" fmla="*/ 0 w 11916229"/>
              <a:gd name="connsiteY0" fmla="*/ 0 h 5939921"/>
              <a:gd name="connsiteX1" fmla="*/ 11916229 w 11916229"/>
              <a:gd name="connsiteY1" fmla="*/ 0 h 5939921"/>
              <a:gd name="connsiteX2" fmla="*/ 11916229 w 11916229"/>
              <a:gd name="connsiteY2" fmla="*/ 5939921 h 5939921"/>
              <a:gd name="connsiteX3" fmla="*/ 0 w 11916229"/>
              <a:gd name="connsiteY3" fmla="*/ 5939921 h 593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6229" h="5939921">
                <a:moveTo>
                  <a:pt x="0" y="0"/>
                </a:moveTo>
                <a:lnTo>
                  <a:pt x="11916229" y="0"/>
                </a:lnTo>
                <a:lnTo>
                  <a:pt x="11916229" y="5939921"/>
                </a:lnTo>
                <a:lnTo>
                  <a:pt x="0" y="59399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07A0D2-6035-4DD3-97B1-33878F8429A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916229" y="0"/>
            <a:ext cx="12467771" cy="13716001"/>
          </a:xfrm>
          <a:custGeom>
            <a:avLst/>
            <a:gdLst>
              <a:gd name="connsiteX0" fmla="*/ 0 w 11916229"/>
              <a:gd name="connsiteY0" fmla="*/ 0 h 5939921"/>
              <a:gd name="connsiteX1" fmla="*/ 11916229 w 11916229"/>
              <a:gd name="connsiteY1" fmla="*/ 0 h 5939921"/>
              <a:gd name="connsiteX2" fmla="*/ 11916229 w 11916229"/>
              <a:gd name="connsiteY2" fmla="*/ 5939921 h 5939921"/>
              <a:gd name="connsiteX3" fmla="*/ 0 w 11916229"/>
              <a:gd name="connsiteY3" fmla="*/ 5939921 h 593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6229" h="5939921">
                <a:moveTo>
                  <a:pt x="0" y="0"/>
                </a:moveTo>
                <a:lnTo>
                  <a:pt x="11916229" y="0"/>
                </a:lnTo>
                <a:lnTo>
                  <a:pt x="11916229" y="5939921"/>
                </a:lnTo>
                <a:lnTo>
                  <a:pt x="0" y="59399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67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C78D2F-1C48-4BC9-831E-862420BE24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637325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35E5588-05F2-4D62-BB47-C1D37D01F51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33440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F31DF06-01A0-4D1C-AABA-32F4D723324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29554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07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CF2CE2B-89F3-4A01-A6FA-EC4CE5BB7EA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489544" y="0"/>
            <a:ext cx="9144000" cy="8882743"/>
          </a:xfrm>
          <a:custGeom>
            <a:avLst/>
            <a:gdLst>
              <a:gd name="connsiteX0" fmla="*/ 0 w 9144000"/>
              <a:gd name="connsiteY0" fmla="*/ 0 h 8882743"/>
              <a:gd name="connsiteX1" fmla="*/ 9144000 w 9144000"/>
              <a:gd name="connsiteY1" fmla="*/ 0 h 8882743"/>
              <a:gd name="connsiteX2" fmla="*/ 9144000 w 9144000"/>
              <a:gd name="connsiteY2" fmla="*/ 8882743 h 8882743"/>
              <a:gd name="connsiteX3" fmla="*/ 0 w 9144000"/>
              <a:gd name="connsiteY3" fmla="*/ 8882743 h 888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8882743">
                <a:moveTo>
                  <a:pt x="0" y="0"/>
                </a:moveTo>
                <a:lnTo>
                  <a:pt x="9144000" y="0"/>
                </a:lnTo>
                <a:lnTo>
                  <a:pt x="9144000" y="8882743"/>
                </a:lnTo>
                <a:lnTo>
                  <a:pt x="0" y="88827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6F5571B-9258-4758-91E5-99379C145CC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35943" y="3461657"/>
            <a:ext cx="9144000" cy="10254344"/>
          </a:xfrm>
          <a:custGeom>
            <a:avLst/>
            <a:gdLst>
              <a:gd name="connsiteX0" fmla="*/ 0 w 9144000"/>
              <a:gd name="connsiteY0" fmla="*/ 0 h 10254344"/>
              <a:gd name="connsiteX1" fmla="*/ 9144000 w 9144000"/>
              <a:gd name="connsiteY1" fmla="*/ 0 h 10254344"/>
              <a:gd name="connsiteX2" fmla="*/ 9144000 w 9144000"/>
              <a:gd name="connsiteY2" fmla="*/ 10254344 h 10254344"/>
              <a:gd name="connsiteX3" fmla="*/ 0 w 9144000"/>
              <a:gd name="connsiteY3" fmla="*/ 10254344 h 10254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10254344">
                <a:moveTo>
                  <a:pt x="0" y="0"/>
                </a:moveTo>
                <a:lnTo>
                  <a:pt x="9144000" y="0"/>
                </a:lnTo>
                <a:lnTo>
                  <a:pt x="9144000" y="10254344"/>
                </a:lnTo>
                <a:lnTo>
                  <a:pt x="0" y="102543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86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756125-07D9-483D-A05C-D23FB8E8C9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7039770" y="0"/>
            <a:ext cx="5994402" cy="13716000"/>
          </a:xfrm>
          <a:custGeom>
            <a:avLst/>
            <a:gdLst>
              <a:gd name="connsiteX0" fmla="*/ 0 w 5994402"/>
              <a:gd name="connsiteY0" fmla="*/ 0 h 13716000"/>
              <a:gd name="connsiteX1" fmla="*/ 5994402 w 5994402"/>
              <a:gd name="connsiteY1" fmla="*/ 0 h 13716000"/>
              <a:gd name="connsiteX2" fmla="*/ 5994402 w 5994402"/>
              <a:gd name="connsiteY2" fmla="*/ 13716000 h 13716000"/>
              <a:gd name="connsiteX3" fmla="*/ 0 w 5994402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2" h="13716000">
                <a:moveTo>
                  <a:pt x="0" y="0"/>
                </a:moveTo>
                <a:lnTo>
                  <a:pt x="5994402" y="0"/>
                </a:lnTo>
                <a:lnTo>
                  <a:pt x="5994402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9CEFD9-F18C-4027-B3D0-C0BD9B249FF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06744" y="0"/>
            <a:ext cx="5994401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451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4412C5B-2359-4ADC-8656-6ADB41ABA56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344170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366379C-269B-469E-8E20-286AF6EC20B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793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CC0886-AE03-4B49-8698-DCD0202EA0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93715" y="0"/>
            <a:ext cx="12990285" cy="13716000"/>
          </a:xfrm>
          <a:custGeom>
            <a:avLst/>
            <a:gdLst>
              <a:gd name="connsiteX0" fmla="*/ 0 w 12990285"/>
              <a:gd name="connsiteY0" fmla="*/ 0 h 13716000"/>
              <a:gd name="connsiteX1" fmla="*/ 12990285 w 12990285"/>
              <a:gd name="connsiteY1" fmla="*/ 0 h 13716000"/>
              <a:gd name="connsiteX2" fmla="*/ 12990285 w 12990285"/>
              <a:gd name="connsiteY2" fmla="*/ 13716000 h 13716000"/>
              <a:gd name="connsiteX3" fmla="*/ 0 w 12990285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5" h="13716000">
                <a:moveTo>
                  <a:pt x="0" y="0"/>
                </a:moveTo>
                <a:lnTo>
                  <a:pt x="12990285" y="0"/>
                </a:lnTo>
                <a:lnTo>
                  <a:pt x="1299028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917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B5F7CD-44CD-420B-981C-8FC5C650BD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071686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5812E40-09AA-4BA3-BF19-EA15C59B08F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20168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4775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8CF8B64-6631-46E7-A82F-69F7EF8140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22724" y="0"/>
            <a:ext cx="5414782" cy="13716000"/>
          </a:xfrm>
          <a:custGeom>
            <a:avLst/>
            <a:gdLst>
              <a:gd name="connsiteX0" fmla="*/ 0 w 5414782"/>
              <a:gd name="connsiteY0" fmla="*/ 0 h 13716000"/>
              <a:gd name="connsiteX1" fmla="*/ 5414782 w 5414782"/>
              <a:gd name="connsiteY1" fmla="*/ 0 h 13716000"/>
              <a:gd name="connsiteX2" fmla="*/ 5414782 w 5414782"/>
              <a:gd name="connsiteY2" fmla="*/ 13716000 h 13716000"/>
              <a:gd name="connsiteX3" fmla="*/ 0 w 5414782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4782" h="13716000">
                <a:moveTo>
                  <a:pt x="0" y="0"/>
                </a:moveTo>
                <a:lnTo>
                  <a:pt x="5414782" y="0"/>
                </a:lnTo>
                <a:lnTo>
                  <a:pt x="5414782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706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3E0DB5-9E82-4B12-9A40-1A3209E93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3660111" y="2256249"/>
            <a:ext cx="6883391" cy="9106519"/>
          </a:xfrm>
          <a:custGeom>
            <a:avLst/>
            <a:gdLst>
              <a:gd name="connsiteX0" fmla="*/ 0 w 6883391"/>
              <a:gd name="connsiteY0" fmla="*/ 0 h 9106519"/>
              <a:gd name="connsiteX1" fmla="*/ 6883391 w 6883391"/>
              <a:gd name="connsiteY1" fmla="*/ 0 h 9106519"/>
              <a:gd name="connsiteX2" fmla="*/ 6883391 w 6883391"/>
              <a:gd name="connsiteY2" fmla="*/ 9106519 h 9106519"/>
              <a:gd name="connsiteX3" fmla="*/ 0 w 6883391"/>
              <a:gd name="connsiteY3" fmla="*/ 9106519 h 910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3391" h="9106519">
                <a:moveTo>
                  <a:pt x="0" y="0"/>
                </a:moveTo>
                <a:lnTo>
                  <a:pt x="6883391" y="0"/>
                </a:lnTo>
                <a:lnTo>
                  <a:pt x="6883391" y="9106519"/>
                </a:lnTo>
                <a:lnTo>
                  <a:pt x="0" y="91065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6683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3E0DB5-9E82-4B12-9A40-1A3209E93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935540" y="2256249"/>
            <a:ext cx="6883391" cy="9106519"/>
          </a:xfrm>
          <a:custGeom>
            <a:avLst/>
            <a:gdLst>
              <a:gd name="connsiteX0" fmla="*/ 0 w 6883391"/>
              <a:gd name="connsiteY0" fmla="*/ 0 h 9106519"/>
              <a:gd name="connsiteX1" fmla="*/ 6883391 w 6883391"/>
              <a:gd name="connsiteY1" fmla="*/ 0 h 9106519"/>
              <a:gd name="connsiteX2" fmla="*/ 6883391 w 6883391"/>
              <a:gd name="connsiteY2" fmla="*/ 9106519 h 9106519"/>
              <a:gd name="connsiteX3" fmla="*/ 0 w 6883391"/>
              <a:gd name="connsiteY3" fmla="*/ 9106519 h 910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3391" h="9106519">
                <a:moveTo>
                  <a:pt x="0" y="0"/>
                </a:moveTo>
                <a:lnTo>
                  <a:pt x="6883391" y="0"/>
                </a:lnTo>
                <a:lnTo>
                  <a:pt x="6883391" y="9106519"/>
                </a:lnTo>
                <a:lnTo>
                  <a:pt x="0" y="91065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70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0D8496-6074-4382-A79D-64CBE0F9924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798628" y="2590115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9FA94D-DFB7-4F64-B137-85A86004334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798628" y="7412040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06E8A44-9324-44B5-B095-01F3F5AE5FF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848114" y="2590115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6382F70-C6E4-4D83-9277-0994B921B22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48114" y="7412040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90EFBF-DC4C-45AF-A08B-FA30AA80159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897600" y="2590115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41959B1-D4BF-4B36-9A18-CC8B27EE5D4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8897600" y="7412040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0587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E59012-3510-4536-8E43-63DAEEAB805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15122" y="5224637"/>
            <a:ext cx="3334458" cy="3334458"/>
          </a:xfrm>
          <a:custGeom>
            <a:avLst/>
            <a:gdLst>
              <a:gd name="connsiteX0" fmla="*/ 0 w 3334458"/>
              <a:gd name="connsiteY0" fmla="*/ 0 h 3334458"/>
              <a:gd name="connsiteX1" fmla="*/ 3334458 w 3334458"/>
              <a:gd name="connsiteY1" fmla="*/ 0 h 3334458"/>
              <a:gd name="connsiteX2" fmla="*/ 3334458 w 3334458"/>
              <a:gd name="connsiteY2" fmla="*/ 3334458 h 3334458"/>
              <a:gd name="connsiteX3" fmla="*/ 0 w 3334458"/>
              <a:gd name="connsiteY3" fmla="*/ 3334458 h 333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458" h="3334458">
                <a:moveTo>
                  <a:pt x="0" y="0"/>
                </a:moveTo>
                <a:lnTo>
                  <a:pt x="3334458" y="0"/>
                </a:lnTo>
                <a:lnTo>
                  <a:pt x="3334458" y="3334458"/>
                </a:lnTo>
                <a:lnTo>
                  <a:pt x="0" y="33344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214AB6-DBE4-48EB-B10C-FBB00550B3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354888" y="5224637"/>
            <a:ext cx="3334458" cy="3334458"/>
          </a:xfrm>
          <a:custGeom>
            <a:avLst/>
            <a:gdLst>
              <a:gd name="connsiteX0" fmla="*/ 0 w 3334458"/>
              <a:gd name="connsiteY0" fmla="*/ 0 h 3334458"/>
              <a:gd name="connsiteX1" fmla="*/ 3334458 w 3334458"/>
              <a:gd name="connsiteY1" fmla="*/ 0 h 3334458"/>
              <a:gd name="connsiteX2" fmla="*/ 3334458 w 3334458"/>
              <a:gd name="connsiteY2" fmla="*/ 3334458 h 3334458"/>
              <a:gd name="connsiteX3" fmla="*/ 0 w 3334458"/>
              <a:gd name="connsiteY3" fmla="*/ 3334458 h 333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458" h="3334458">
                <a:moveTo>
                  <a:pt x="0" y="0"/>
                </a:moveTo>
                <a:lnTo>
                  <a:pt x="3334458" y="0"/>
                </a:lnTo>
                <a:lnTo>
                  <a:pt x="3334458" y="3334458"/>
                </a:lnTo>
                <a:lnTo>
                  <a:pt x="0" y="33344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D3BFBCE-4876-4B7E-8EB8-57189A24715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694654" y="5224637"/>
            <a:ext cx="3334458" cy="3334458"/>
          </a:xfrm>
          <a:custGeom>
            <a:avLst/>
            <a:gdLst>
              <a:gd name="connsiteX0" fmla="*/ 0 w 3334458"/>
              <a:gd name="connsiteY0" fmla="*/ 0 h 3334458"/>
              <a:gd name="connsiteX1" fmla="*/ 3334458 w 3334458"/>
              <a:gd name="connsiteY1" fmla="*/ 0 h 3334458"/>
              <a:gd name="connsiteX2" fmla="*/ 3334458 w 3334458"/>
              <a:gd name="connsiteY2" fmla="*/ 3334458 h 3334458"/>
              <a:gd name="connsiteX3" fmla="*/ 0 w 3334458"/>
              <a:gd name="connsiteY3" fmla="*/ 3334458 h 333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458" h="3334458">
                <a:moveTo>
                  <a:pt x="0" y="0"/>
                </a:moveTo>
                <a:lnTo>
                  <a:pt x="3334458" y="0"/>
                </a:lnTo>
                <a:lnTo>
                  <a:pt x="3334458" y="3334458"/>
                </a:lnTo>
                <a:lnTo>
                  <a:pt x="0" y="33344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320C5EC-000A-4B32-86DA-138E6FC49DA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034420" y="5224637"/>
            <a:ext cx="3334458" cy="3334458"/>
          </a:xfrm>
          <a:custGeom>
            <a:avLst/>
            <a:gdLst>
              <a:gd name="connsiteX0" fmla="*/ 0 w 3334458"/>
              <a:gd name="connsiteY0" fmla="*/ 0 h 3334458"/>
              <a:gd name="connsiteX1" fmla="*/ 3334458 w 3334458"/>
              <a:gd name="connsiteY1" fmla="*/ 0 h 3334458"/>
              <a:gd name="connsiteX2" fmla="*/ 3334458 w 3334458"/>
              <a:gd name="connsiteY2" fmla="*/ 3334458 h 3334458"/>
              <a:gd name="connsiteX3" fmla="*/ 0 w 3334458"/>
              <a:gd name="connsiteY3" fmla="*/ 3334458 h 333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458" h="3334458">
                <a:moveTo>
                  <a:pt x="0" y="0"/>
                </a:moveTo>
                <a:lnTo>
                  <a:pt x="3334458" y="0"/>
                </a:lnTo>
                <a:lnTo>
                  <a:pt x="3334458" y="3334458"/>
                </a:lnTo>
                <a:lnTo>
                  <a:pt x="0" y="33344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328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62AC91-C344-4D48-ADE0-F89D80ADD3E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647336" y="8851530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853378E-F212-4335-8126-07B9D9FE08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647336" y="5510476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C5BE15-A388-4CC9-AE65-2219AC3168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1647336" y="2164813"/>
            <a:ext cx="2699657" cy="2699657"/>
          </a:xfrm>
          <a:custGeom>
            <a:avLst/>
            <a:gdLst>
              <a:gd name="connsiteX0" fmla="*/ 0 w 2699657"/>
              <a:gd name="connsiteY0" fmla="*/ 0 h 2699657"/>
              <a:gd name="connsiteX1" fmla="*/ 2699657 w 2699657"/>
              <a:gd name="connsiteY1" fmla="*/ 0 h 2699657"/>
              <a:gd name="connsiteX2" fmla="*/ 2699657 w 2699657"/>
              <a:gd name="connsiteY2" fmla="*/ 2699657 h 2699657"/>
              <a:gd name="connsiteX3" fmla="*/ 0 w 2699657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7" h="2699657">
                <a:moveTo>
                  <a:pt x="0" y="0"/>
                </a:moveTo>
                <a:lnTo>
                  <a:pt x="2699657" y="0"/>
                </a:lnTo>
                <a:lnTo>
                  <a:pt x="2699657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4186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7AA1F4C-CEBB-4F52-A998-3E3710C25E6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1287042" y="4064389"/>
            <a:ext cx="8549532" cy="5372586"/>
          </a:xfrm>
          <a:custGeom>
            <a:avLst/>
            <a:gdLst>
              <a:gd name="connsiteX0" fmla="*/ 0 w 8549532"/>
              <a:gd name="connsiteY0" fmla="*/ 0 h 5372586"/>
              <a:gd name="connsiteX1" fmla="*/ 8549532 w 8549532"/>
              <a:gd name="connsiteY1" fmla="*/ 0 h 5372586"/>
              <a:gd name="connsiteX2" fmla="*/ 8549532 w 8549532"/>
              <a:gd name="connsiteY2" fmla="*/ 5372586 h 5372586"/>
              <a:gd name="connsiteX3" fmla="*/ 0 w 8549532"/>
              <a:gd name="connsiteY3" fmla="*/ 5372586 h 537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9532" h="5372586">
                <a:moveTo>
                  <a:pt x="0" y="0"/>
                </a:moveTo>
                <a:lnTo>
                  <a:pt x="8549532" y="0"/>
                </a:lnTo>
                <a:lnTo>
                  <a:pt x="8549532" y="5372586"/>
                </a:lnTo>
                <a:lnTo>
                  <a:pt x="0" y="53725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24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13AAB7-9881-499D-AB2A-61371F2600E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1529650" y="3667738"/>
            <a:ext cx="8151470" cy="5133693"/>
          </a:xfrm>
          <a:custGeom>
            <a:avLst/>
            <a:gdLst>
              <a:gd name="connsiteX0" fmla="*/ 0 w 8151470"/>
              <a:gd name="connsiteY0" fmla="*/ 0 h 5133693"/>
              <a:gd name="connsiteX1" fmla="*/ 8151470 w 8151470"/>
              <a:gd name="connsiteY1" fmla="*/ 0 h 5133693"/>
              <a:gd name="connsiteX2" fmla="*/ 8151470 w 8151470"/>
              <a:gd name="connsiteY2" fmla="*/ 5133693 h 5133693"/>
              <a:gd name="connsiteX3" fmla="*/ 0 w 8151470"/>
              <a:gd name="connsiteY3" fmla="*/ 5133693 h 5133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1470" h="5133693">
                <a:moveTo>
                  <a:pt x="0" y="0"/>
                </a:moveTo>
                <a:lnTo>
                  <a:pt x="8151470" y="0"/>
                </a:lnTo>
                <a:lnTo>
                  <a:pt x="8151470" y="5133693"/>
                </a:lnTo>
                <a:lnTo>
                  <a:pt x="0" y="51336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9532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087277-DC39-4F42-B427-C7A0CCA5923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97074" y="2887251"/>
            <a:ext cx="5931374" cy="7914034"/>
          </a:xfrm>
          <a:custGeom>
            <a:avLst/>
            <a:gdLst>
              <a:gd name="connsiteX0" fmla="*/ 0 w 5931374"/>
              <a:gd name="connsiteY0" fmla="*/ 0 h 7914034"/>
              <a:gd name="connsiteX1" fmla="*/ 5931374 w 5931374"/>
              <a:gd name="connsiteY1" fmla="*/ 0 h 7914034"/>
              <a:gd name="connsiteX2" fmla="*/ 5931374 w 5931374"/>
              <a:gd name="connsiteY2" fmla="*/ 7914034 h 7914034"/>
              <a:gd name="connsiteX3" fmla="*/ 0 w 5931374"/>
              <a:gd name="connsiteY3" fmla="*/ 7914034 h 791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374" h="7914034">
                <a:moveTo>
                  <a:pt x="0" y="0"/>
                </a:moveTo>
                <a:lnTo>
                  <a:pt x="5931374" y="0"/>
                </a:lnTo>
                <a:lnTo>
                  <a:pt x="5931374" y="7914034"/>
                </a:lnTo>
                <a:lnTo>
                  <a:pt x="0" y="791403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206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5C44932-BABB-422A-8093-DD476FC5B59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310954" y="3503687"/>
            <a:ext cx="3866819" cy="6837732"/>
          </a:xfrm>
          <a:custGeom>
            <a:avLst/>
            <a:gdLst>
              <a:gd name="connsiteX0" fmla="*/ 0 w 3866819"/>
              <a:gd name="connsiteY0" fmla="*/ 0 h 6837732"/>
              <a:gd name="connsiteX1" fmla="*/ 3866819 w 3866819"/>
              <a:gd name="connsiteY1" fmla="*/ 0 h 6837732"/>
              <a:gd name="connsiteX2" fmla="*/ 3866819 w 3866819"/>
              <a:gd name="connsiteY2" fmla="*/ 6837732 h 6837732"/>
              <a:gd name="connsiteX3" fmla="*/ 0 w 3866819"/>
              <a:gd name="connsiteY3" fmla="*/ 6837732 h 68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6819" h="6837732">
                <a:moveTo>
                  <a:pt x="0" y="0"/>
                </a:moveTo>
                <a:lnTo>
                  <a:pt x="3866819" y="0"/>
                </a:lnTo>
                <a:lnTo>
                  <a:pt x="3866819" y="6837732"/>
                </a:lnTo>
                <a:lnTo>
                  <a:pt x="0" y="68377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0962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6238DCC-BCC4-4230-9895-62192585916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775797" y="5631657"/>
            <a:ext cx="3111336" cy="4158456"/>
          </a:xfrm>
          <a:custGeom>
            <a:avLst/>
            <a:gdLst>
              <a:gd name="connsiteX0" fmla="*/ 0 w 3111336"/>
              <a:gd name="connsiteY0" fmla="*/ 0 h 4158456"/>
              <a:gd name="connsiteX1" fmla="*/ 3111336 w 3111336"/>
              <a:gd name="connsiteY1" fmla="*/ 0 h 4158456"/>
              <a:gd name="connsiteX2" fmla="*/ 3111336 w 3111336"/>
              <a:gd name="connsiteY2" fmla="*/ 4158456 h 4158456"/>
              <a:gd name="connsiteX3" fmla="*/ 0 w 3111336"/>
              <a:gd name="connsiteY3" fmla="*/ 4158456 h 415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1336" h="4158456">
                <a:moveTo>
                  <a:pt x="0" y="0"/>
                </a:moveTo>
                <a:lnTo>
                  <a:pt x="3111336" y="0"/>
                </a:lnTo>
                <a:lnTo>
                  <a:pt x="3111336" y="4158456"/>
                </a:lnTo>
                <a:lnTo>
                  <a:pt x="0" y="415845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1F74BC-5000-4856-B402-3C9A98A5755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366111" y="3805016"/>
            <a:ext cx="7438639" cy="4684761"/>
          </a:xfrm>
          <a:custGeom>
            <a:avLst/>
            <a:gdLst>
              <a:gd name="connsiteX0" fmla="*/ 0 w 3111336"/>
              <a:gd name="connsiteY0" fmla="*/ 0 h 4158456"/>
              <a:gd name="connsiteX1" fmla="*/ 3111336 w 3111336"/>
              <a:gd name="connsiteY1" fmla="*/ 0 h 4158456"/>
              <a:gd name="connsiteX2" fmla="*/ 3111336 w 3111336"/>
              <a:gd name="connsiteY2" fmla="*/ 4158456 h 4158456"/>
              <a:gd name="connsiteX3" fmla="*/ 0 w 3111336"/>
              <a:gd name="connsiteY3" fmla="*/ 4158456 h 415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1336" h="4158456">
                <a:moveTo>
                  <a:pt x="0" y="0"/>
                </a:moveTo>
                <a:lnTo>
                  <a:pt x="3111336" y="0"/>
                </a:lnTo>
                <a:lnTo>
                  <a:pt x="3111336" y="4158456"/>
                </a:lnTo>
                <a:lnTo>
                  <a:pt x="0" y="415845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541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951B46-F341-44A7-907C-104AAC408DE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49491" y="7338331"/>
            <a:ext cx="2177400" cy="3850319"/>
          </a:xfrm>
          <a:custGeom>
            <a:avLst/>
            <a:gdLst>
              <a:gd name="connsiteX0" fmla="*/ 0 w 2177400"/>
              <a:gd name="connsiteY0" fmla="*/ 0 h 3850319"/>
              <a:gd name="connsiteX1" fmla="*/ 2177400 w 2177400"/>
              <a:gd name="connsiteY1" fmla="*/ 0 h 3850319"/>
              <a:gd name="connsiteX2" fmla="*/ 2177400 w 2177400"/>
              <a:gd name="connsiteY2" fmla="*/ 3850319 h 3850319"/>
              <a:gd name="connsiteX3" fmla="*/ 0 w 2177400"/>
              <a:gd name="connsiteY3" fmla="*/ 3850319 h 385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7400" h="3850319">
                <a:moveTo>
                  <a:pt x="0" y="0"/>
                </a:moveTo>
                <a:lnTo>
                  <a:pt x="2177400" y="0"/>
                </a:lnTo>
                <a:lnTo>
                  <a:pt x="2177400" y="3850319"/>
                </a:lnTo>
                <a:lnTo>
                  <a:pt x="0" y="38503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6E4E9B-94DC-498A-955F-E4961D4064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497029" y="3256734"/>
            <a:ext cx="5391150" cy="7186611"/>
          </a:xfrm>
          <a:custGeom>
            <a:avLst/>
            <a:gdLst>
              <a:gd name="connsiteX0" fmla="*/ 0 w 2177400"/>
              <a:gd name="connsiteY0" fmla="*/ 0 h 3850319"/>
              <a:gd name="connsiteX1" fmla="*/ 2177400 w 2177400"/>
              <a:gd name="connsiteY1" fmla="*/ 0 h 3850319"/>
              <a:gd name="connsiteX2" fmla="*/ 2177400 w 2177400"/>
              <a:gd name="connsiteY2" fmla="*/ 3850319 h 3850319"/>
              <a:gd name="connsiteX3" fmla="*/ 0 w 2177400"/>
              <a:gd name="connsiteY3" fmla="*/ 3850319 h 385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7400" h="3850319">
                <a:moveTo>
                  <a:pt x="0" y="0"/>
                </a:moveTo>
                <a:lnTo>
                  <a:pt x="2177400" y="0"/>
                </a:lnTo>
                <a:lnTo>
                  <a:pt x="2177400" y="3850319"/>
                </a:lnTo>
                <a:lnTo>
                  <a:pt x="0" y="38503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2195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9FC967-42BC-48E1-A08B-6F757A1D87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4528603" y="421053"/>
            <a:ext cx="5365313" cy="9516257"/>
          </a:xfrm>
          <a:custGeom>
            <a:avLst/>
            <a:gdLst>
              <a:gd name="connsiteX0" fmla="*/ 0 w 5365313"/>
              <a:gd name="connsiteY0" fmla="*/ 0 h 9516257"/>
              <a:gd name="connsiteX1" fmla="*/ 5365313 w 5365313"/>
              <a:gd name="connsiteY1" fmla="*/ 0 h 9516257"/>
              <a:gd name="connsiteX2" fmla="*/ 5365313 w 5365313"/>
              <a:gd name="connsiteY2" fmla="*/ 9516257 h 9516257"/>
              <a:gd name="connsiteX3" fmla="*/ 0 w 5365313"/>
              <a:gd name="connsiteY3" fmla="*/ 9516257 h 951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5313" h="9516257">
                <a:moveTo>
                  <a:pt x="0" y="0"/>
                </a:moveTo>
                <a:lnTo>
                  <a:pt x="5365313" y="0"/>
                </a:lnTo>
                <a:lnTo>
                  <a:pt x="5365313" y="9516257"/>
                </a:lnTo>
                <a:lnTo>
                  <a:pt x="0" y="95162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940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BE306EA-8B2F-42B1-80B7-9E104A7F83C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3045588"/>
            <a:ext cx="9516577" cy="5711094"/>
          </a:xfrm>
          <a:custGeom>
            <a:avLst/>
            <a:gdLst>
              <a:gd name="connsiteX0" fmla="*/ 0 w 9516577"/>
              <a:gd name="connsiteY0" fmla="*/ 0 h 5711094"/>
              <a:gd name="connsiteX1" fmla="*/ 9516577 w 9516577"/>
              <a:gd name="connsiteY1" fmla="*/ 0 h 5711094"/>
              <a:gd name="connsiteX2" fmla="*/ 9516577 w 9516577"/>
              <a:gd name="connsiteY2" fmla="*/ 5711094 h 5711094"/>
              <a:gd name="connsiteX3" fmla="*/ 0 w 9516577"/>
              <a:gd name="connsiteY3" fmla="*/ 5711094 h 5711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16577" h="5711094">
                <a:moveTo>
                  <a:pt x="0" y="0"/>
                </a:moveTo>
                <a:lnTo>
                  <a:pt x="9516577" y="0"/>
                </a:lnTo>
                <a:lnTo>
                  <a:pt x="9516577" y="5711094"/>
                </a:lnTo>
                <a:lnTo>
                  <a:pt x="0" y="571109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537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9652D0-8CA4-4F7B-947B-43464422090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9057256" y="0"/>
            <a:ext cx="5326744" cy="13716000"/>
          </a:xfrm>
          <a:custGeom>
            <a:avLst/>
            <a:gdLst>
              <a:gd name="connsiteX0" fmla="*/ 0 w 5326744"/>
              <a:gd name="connsiteY0" fmla="*/ 0 h 13716000"/>
              <a:gd name="connsiteX1" fmla="*/ 5326744 w 5326744"/>
              <a:gd name="connsiteY1" fmla="*/ 0 h 13716000"/>
              <a:gd name="connsiteX2" fmla="*/ 5326744 w 5326744"/>
              <a:gd name="connsiteY2" fmla="*/ 13716000 h 13716000"/>
              <a:gd name="connsiteX3" fmla="*/ 0 w 5326744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6744" h="13716000">
                <a:moveTo>
                  <a:pt x="0" y="0"/>
                </a:moveTo>
                <a:lnTo>
                  <a:pt x="5326744" y="0"/>
                </a:lnTo>
                <a:lnTo>
                  <a:pt x="532674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  <a:latin typeface="Montserrat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682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8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413D6A-24E9-40B1-A13B-E3164B4F21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067168" y="2243649"/>
            <a:ext cx="8115425" cy="9179093"/>
          </a:xfrm>
          <a:custGeom>
            <a:avLst/>
            <a:gdLst>
              <a:gd name="connsiteX0" fmla="*/ 0 w 8115425"/>
              <a:gd name="connsiteY0" fmla="*/ 0 h 9179093"/>
              <a:gd name="connsiteX1" fmla="*/ 8115425 w 8115425"/>
              <a:gd name="connsiteY1" fmla="*/ 0 h 9179093"/>
              <a:gd name="connsiteX2" fmla="*/ 8115425 w 8115425"/>
              <a:gd name="connsiteY2" fmla="*/ 9179093 h 9179093"/>
              <a:gd name="connsiteX3" fmla="*/ 0 w 8115425"/>
              <a:gd name="connsiteY3" fmla="*/ 9179093 h 917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5425" h="9179093">
                <a:moveTo>
                  <a:pt x="0" y="0"/>
                </a:moveTo>
                <a:lnTo>
                  <a:pt x="8115425" y="0"/>
                </a:lnTo>
                <a:lnTo>
                  <a:pt x="8115425" y="9179093"/>
                </a:lnTo>
                <a:lnTo>
                  <a:pt x="0" y="917909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7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27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11" r:id="rId4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t="744" r="9163" b="29745"/>
          <a:stretch/>
        </p:blipFill>
        <p:spPr>
          <a:xfrm>
            <a:off x="0" y="18288"/>
            <a:ext cx="24384000" cy="137160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519AD9-754D-4152-8039-80B494AE0DDB}"/>
              </a:ext>
            </a:extLst>
          </p:cNvPr>
          <p:cNvSpPr txBox="1"/>
          <p:nvPr/>
        </p:nvSpPr>
        <p:spPr>
          <a:xfrm>
            <a:off x="2816351" y="6081462"/>
            <a:ext cx="204676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TOEIC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53EE8-FCD3-4DF7-9703-3910D528D476}"/>
              </a:ext>
            </a:extLst>
          </p:cNvPr>
          <p:cNvSpPr txBox="1"/>
          <p:nvPr/>
        </p:nvSpPr>
        <p:spPr>
          <a:xfrm>
            <a:off x="3205457" y="8080575"/>
            <a:ext cx="10125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500" dirty="0">
                <a:solidFill>
                  <a:schemeClr val="accent3"/>
                </a:solidFill>
                <a:ea typeface="Roboto Slab" pitchFamily="2" charset="0"/>
              </a:rPr>
              <a:t>AT ESIEA</a:t>
            </a:r>
          </a:p>
        </p:txBody>
      </p:sp>
    </p:spTree>
    <p:extLst>
      <p:ext uri="{BB962C8B-B14F-4D97-AF65-F5344CB8AC3E}">
        <p14:creationId xmlns:p14="http://schemas.microsoft.com/office/powerpoint/2010/main" val="218730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422" r="1342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36CDF0-A6AD-4D83-AF37-E9C54D923617}"/>
              </a:ext>
            </a:extLst>
          </p:cNvPr>
          <p:cNvSpPr/>
          <p:nvPr/>
        </p:nvSpPr>
        <p:spPr>
          <a:xfrm>
            <a:off x="22279429" y="0"/>
            <a:ext cx="2104571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906374-C3E5-4CAC-8467-126BEAF3148D}"/>
              </a:ext>
            </a:extLst>
          </p:cNvPr>
          <p:cNvSpPr/>
          <p:nvPr/>
        </p:nvSpPr>
        <p:spPr>
          <a:xfrm>
            <a:off x="-2" y="3124453"/>
            <a:ext cx="11186809" cy="7467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3302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19AD9-754D-4152-8039-80B494AE0DDB}"/>
              </a:ext>
            </a:extLst>
          </p:cNvPr>
          <p:cNvSpPr txBox="1"/>
          <p:nvPr/>
        </p:nvSpPr>
        <p:spPr>
          <a:xfrm>
            <a:off x="-1" y="3534976"/>
            <a:ext cx="6837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TOEIC at ESIEA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37FD0-5064-4B36-82D0-D38EE1C55A5D}"/>
              </a:ext>
            </a:extLst>
          </p:cNvPr>
          <p:cNvSpPr txBox="1"/>
          <p:nvPr/>
        </p:nvSpPr>
        <p:spPr>
          <a:xfrm>
            <a:off x="544750" y="4828996"/>
            <a:ext cx="980548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ea typeface="Open Sans" panose="020B0606030504020204" pitchFamily="34" charset="0"/>
                <a:cs typeface="Open Sans" panose="020B0606030504020204" pitchFamily="34" charset="0"/>
              </a:rPr>
              <a:t>3A FISA students take the (real) TOEIC at ESIEA in November/December.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ea typeface="Open Sans" panose="020B0606030504020204" pitchFamily="34" charset="0"/>
                <a:cs typeface="Open Sans" panose="020B0606030504020204" pitchFamily="34" charset="0"/>
              </a:rPr>
              <a:t>Required score to graduate: </a:t>
            </a:r>
            <a:r>
              <a:rPr lang="en-US" sz="4000" b="1" dirty="0">
                <a:ea typeface="Open Sans" panose="020B0606030504020204" pitchFamily="34" charset="0"/>
                <a:cs typeface="Open Sans" panose="020B0606030504020204" pitchFamily="34" charset="0"/>
              </a:rPr>
              <a:t>800/990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ea typeface="Open Sans" panose="020B0606030504020204" pitchFamily="34" charset="0"/>
                <a:cs typeface="Open Sans" panose="020B0606030504020204" pitchFamily="34" charset="0"/>
              </a:rPr>
              <a:t>Reading &amp; Listening comprehension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ea typeface="Open Sans" panose="020B0606030504020204" pitchFamily="34" charset="0"/>
                <a:cs typeface="Open Sans" panose="020B0606030504020204" pitchFamily="34" charset="0"/>
              </a:rPr>
              <a:t>To improve your score: Read &amp; listen on a regular basis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22A1AA-C072-46CC-AE7C-18DDCE92A380}"/>
              </a:ext>
            </a:extLst>
          </p:cNvPr>
          <p:cNvSpPr txBox="1"/>
          <p:nvPr/>
        </p:nvSpPr>
        <p:spPr>
          <a:xfrm rot="5400000">
            <a:off x="17915797" y="6673334"/>
            <a:ext cx="1083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</p:spTree>
    <p:extLst>
      <p:ext uri="{BB962C8B-B14F-4D97-AF65-F5344CB8AC3E}">
        <p14:creationId xmlns:p14="http://schemas.microsoft.com/office/powerpoint/2010/main" val="26627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pour une image  9" descr="D:\johansen\mes images\Saved Pictures\braden-collum-ttbCwN_mWic-unsplash.jpg"/>
          <p:cNvPicPr>
            <a:picLocks noGrp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8" r="12128"/>
          <a:stretch>
            <a:fillRect/>
          </a:stretch>
        </p:blipFill>
        <p:spPr bwMode="auto">
          <a:xfrm>
            <a:off x="6676573" y="0"/>
            <a:ext cx="1560285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36CDF0-A6AD-4D83-AF37-E9C54D923617}"/>
              </a:ext>
            </a:extLst>
          </p:cNvPr>
          <p:cNvSpPr/>
          <p:nvPr/>
        </p:nvSpPr>
        <p:spPr>
          <a:xfrm>
            <a:off x="22279429" y="0"/>
            <a:ext cx="2104571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906374-C3E5-4CAC-8467-126BEAF3148D}"/>
              </a:ext>
            </a:extLst>
          </p:cNvPr>
          <p:cNvSpPr/>
          <p:nvPr/>
        </p:nvSpPr>
        <p:spPr>
          <a:xfrm>
            <a:off x="0" y="4396901"/>
            <a:ext cx="11031165" cy="22568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3302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19AD9-754D-4152-8039-80B494AE0DDB}"/>
              </a:ext>
            </a:extLst>
          </p:cNvPr>
          <p:cNvSpPr txBox="1"/>
          <p:nvPr/>
        </p:nvSpPr>
        <p:spPr>
          <a:xfrm>
            <a:off x="408562" y="5003824"/>
            <a:ext cx="9027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The TOEIC challenge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22A1AA-C072-46CC-AE7C-18DDCE92A380}"/>
              </a:ext>
            </a:extLst>
          </p:cNvPr>
          <p:cNvSpPr txBox="1"/>
          <p:nvPr/>
        </p:nvSpPr>
        <p:spPr>
          <a:xfrm rot="5400000">
            <a:off x="17915797" y="6673334"/>
            <a:ext cx="1083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</p:spTree>
    <p:extLst>
      <p:ext uri="{BB962C8B-B14F-4D97-AF65-F5344CB8AC3E}">
        <p14:creationId xmlns:p14="http://schemas.microsoft.com/office/powerpoint/2010/main" val="249013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7BE6E76-4128-430A-BDC8-3EE0C12BA666}"/>
              </a:ext>
            </a:extLst>
          </p:cNvPr>
          <p:cNvSpPr/>
          <p:nvPr/>
        </p:nvSpPr>
        <p:spPr>
          <a:xfrm>
            <a:off x="11450327" y="2824762"/>
            <a:ext cx="4659072" cy="1345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31736A-24DB-441A-A587-70C846892810}"/>
              </a:ext>
            </a:extLst>
          </p:cNvPr>
          <p:cNvSpPr/>
          <p:nvPr/>
        </p:nvSpPr>
        <p:spPr>
          <a:xfrm>
            <a:off x="10146152" y="2824762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9F2FF4-C602-4A76-B3A1-8A505F250D9E}"/>
              </a:ext>
            </a:extLst>
          </p:cNvPr>
          <p:cNvSpPr txBox="1"/>
          <p:nvPr/>
        </p:nvSpPr>
        <p:spPr>
          <a:xfrm>
            <a:off x="11673830" y="3235915"/>
            <a:ext cx="3327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PICTURES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A0EC8D-1741-4B4F-93B6-03722DD99602}"/>
              </a:ext>
            </a:extLst>
          </p:cNvPr>
          <p:cNvSpPr/>
          <p:nvPr/>
        </p:nvSpPr>
        <p:spPr>
          <a:xfrm>
            <a:off x="11450327" y="4555783"/>
            <a:ext cx="4659072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0FC31C-7A97-470A-904F-F6C095B144FE}"/>
              </a:ext>
            </a:extLst>
          </p:cNvPr>
          <p:cNvSpPr/>
          <p:nvPr/>
        </p:nvSpPr>
        <p:spPr>
          <a:xfrm>
            <a:off x="10168592" y="4557542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FB1DBC-2290-4BD7-8883-E8FE01EF27BA}"/>
              </a:ext>
            </a:extLst>
          </p:cNvPr>
          <p:cNvSpPr txBox="1"/>
          <p:nvPr/>
        </p:nvSpPr>
        <p:spPr>
          <a:xfrm>
            <a:off x="11761711" y="5002829"/>
            <a:ext cx="434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QUESTION &amp; RESPONSE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B6B94CC-6D2A-4E69-B293-4027313BE016}"/>
              </a:ext>
            </a:extLst>
          </p:cNvPr>
          <p:cNvSpPr/>
          <p:nvPr/>
        </p:nvSpPr>
        <p:spPr>
          <a:xfrm>
            <a:off x="11450327" y="6113287"/>
            <a:ext cx="4659072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B064F3A-4809-4461-A8B6-CB5C3EEB7ACE}"/>
              </a:ext>
            </a:extLst>
          </p:cNvPr>
          <p:cNvSpPr/>
          <p:nvPr/>
        </p:nvSpPr>
        <p:spPr>
          <a:xfrm>
            <a:off x="10168592" y="6115046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716DB1-3927-4F5F-B46D-D567F9226229}"/>
              </a:ext>
            </a:extLst>
          </p:cNvPr>
          <p:cNvSpPr txBox="1"/>
          <p:nvPr/>
        </p:nvSpPr>
        <p:spPr>
          <a:xfrm>
            <a:off x="11784151" y="6529557"/>
            <a:ext cx="3327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DIALOGUES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F0853D-AFA8-4977-9C30-0C0702D4EA1F}"/>
              </a:ext>
            </a:extLst>
          </p:cNvPr>
          <p:cNvSpPr/>
          <p:nvPr/>
        </p:nvSpPr>
        <p:spPr>
          <a:xfrm>
            <a:off x="11372197" y="7847826"/>
            <a:ext cx="4737202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0C398EB-2862-417A-B332-17DACA632FDA}"/>
              </a:ext>
            </a:extLst>
          </p:cNvPr>
          <p:cNvSpPr/>
          <p:nvPr/>
        </p:nvSpPr>
        <p:spPr>
          <a:xfrm>
            <a:off x="10146152" y="7847826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C19F2A-538E-4871-B5AB-592BC877C4CC}"/>
              </a:ext>
            </a:extLst>
          </p:cNvPr>
          <p:cNvSpPr txBox="1"/>
          <p:nvPr/>
        </p:nvSpPr>
        <p:spPr>
          <a:xfrm>
            <a:off x="11761711" y="8294872"/>
            <a:ext cx="3841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ANNOUNCEMENTS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A09F42C-A7CF-44F6-B592-3B35CC556075}"/>
              </a:ext>
            </a:extLst>
          </p:cNvPr>
          <p:cNvSpPr/>
          <p:nvPr/>
        </p:nvSpPr>
        <p:spPr>
          <a:xfrm>
            <a:off x="17967241" y="2886640"/>
            <a:ext cx="4951125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4D422D2-112B-462B-BD3B-9FA0D48893FC}"/>
              </a:ext>
            </a:extLst>
          </p:cNvPr>
          <p:cNvSpPr/>
          <p:nvPr/>
        </p:nvSpPr>
        <p:spPr>
          <a:xfrm>
            <a:off x="16663066" y="2886640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47FFE1-FA6C-43D1-B978-D9444CACE1AD}"/>
              </a:ext>
            </a:extLst>
          </p:cNvPr>
          <p:cNvSpPr txBox="1"/>
          <p:nvPr/>
        </p:nvSpPr>
        <p:spPr>
          <a:xfrm>
            <a:off x="18278625" y="3333686"/>
            <a:ext cx="332781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GAP-FILLS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AB7A5A-73C5-4D39-B483-D8D05A3CA1E3}"/>
              </a:ext>
            </a:extLst>
          </p:cNvPr>
          <p:cNvSpPr/>
          <p:nvPr/>
        </p:nvSpPr>
        <p:spPr>
          <a:xfrm>
            <a:off x="17967241" y="4555783"/>
            <a:ext cx="4951125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87FA60B-ACF4-47BE-948D-4645B11077D1}"/>
              </a:ext>
            </a:extLst>
          </p:cNvPr>
          <p:cNvSpPr/>
          <p:nvPr/>
        </p:nvSpPr>
        <p:spPr>
          <a:xfrm>
            <a:off x="16663066" y="4555783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A9E1DE-9E63-4868-A9DE-33083ADDDF3E}"/>
              </a:ext>
            </a:extLst>
          </p:cNvPr>
          <p:cNvSpPr txBox="1"/>
          <p:nvPr/>
        </p:nvSpPr>
        <p:spPr>
          <a:xfrm>
            <a:off x="18278625" y="5002829"/>
            <a:ext cx="4087889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GAP-FILLS IN TEXTS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2E8CC57-E961-4360-BBD5-D25EA829817F}"/>
              </a:ext>
            </a:extLst>
          </p:cNvPr>
          <p:cNvSpPr/>
          <p:nvPr/>
        </p:nvSpPr>
        <p:spPr>
          <a:xfrm>
            <a:off x="17967241" y="6222049"/>
            <a:ext cx="4951125" cy="135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247CD0-9256-41E1-A947-76CD1327C5B2}"/>
              </a:ext>
            </a:extLst>
          </p:cNvPr>
          <p:cNvSpPr/>
          <p:nvPr/>
        </p:nvSpPr>
        <p:spPr>
          <a:xfrm>
            <a:off x="16663066" y="6222049"/>
            <a:ext cx="1355760" cy="135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>
                <a:latin typeface="Open Sans" panose="020B0606030504020204" pitchFamily="34" charset="0"/>
              </a:rPr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7923DF-0036-4F9D-947A-E34FF9149AA3}"/>
              </a:ext>
            </a:extLst>
          </p:cNvPr>
          <p:cNvSpPr txBox="1"/>
          <p:nvPr/>
        </p:nvSpPr>
        <p:spPr>
          <a:xfrm>
            <a:off x="18278625" y="6669095"/>
            <a:ext cx="4289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TEXT COMPREHENSION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70BF402-5B9C-4482-A718-58E7297DCB4C}"/>
              </a:ext>
            </a:extLst>
          </p:cNvPr>
          <p:cNvSpPr txBox="1"/>
          <p:nvPr/>
        </p:nvSpPr>
        <p:spPr>
          <a:xfrm>
            <a:off x="1667351" y="2509069"/>
            <a:ext cx="66429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rgbClr val="36A9E1"/>
                </a:solidFill>
                <a:ea typeface="Roboto Slab" pitchFamily="2" charset="0"/>
              </a:rPr>
              <a:t>Part 1-4</a:t>
            </a:r>
            <a:endParaRPr lang="en-US" sz="4000" u="sng" dirty="0">
              <a:solidFill>
                <a:srgbClr val="36A9E1"/>
              </a:solidFill>
              <a:latin typeface="+mj-lt"/>
              <a:ea typeface="Roboto Slab" pitchFamily="2" charset="0"/>
            </a:endParaRP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Listening comprehension</a:t>
            </a: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100 questions</a:t>
            </a: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45 minutes</a:t>
            </a:r>
          </a:p>
          <a:p>
            <a:endParaRPr lang="en-US" sz="6000" dirty="0">
              <a:solidFill>
                <a:srgbClr val="36A9E1"/>
              </a:solidFill>
              <a:latin typeface="+mj-lt"/>
              <a:ea typeface="Roboto Slab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E85AD-E1DB-44BB-AF8B-FE02C53321BB}"/>
              </a:ext>
            </a:extLst>
          </p:cNvPr>
          <p:cNvSpPr txBox="1"/>
          <p:nvPr/>
        </p:nvSpPr>
        <p:spPr>
          <a:xfrm>
            <a:off x="1645336" y="784483"/>
            <a:ext cx="683941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  <a:ea typeface="Roboto Slab" pitchFamily="2" charset="0"/>
              </a:rPr>
              <a:t>TOEIC STRUCTURE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1645336" y="6001937"/>
            <a:ext cx="623115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u="sng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Part 5-7</a:t>
            </a: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Reading comprehension</a:t>
            </a: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100 questions </a:t>
            </a:r>
          </a:p>
          <a:p>
            <a:r>
              <a:rPr lang="en-US" sz="4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1 hour 15 minutes </a:t>
            </a:r>
          </a:p>
        </p:txBody>
      </p:sp>
    </p:spTree>
    <p:extLst>
      <p:ext uri="{BB962C8B-B14F-4D97-AF65-F5344CB8AC3E}">
        <p14:creationId xmlns:p14="http://schemas.microsoft.com/office/powerpoint/2010/main" val="6995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DFA56C2-73E0-4BFE-BCC4-11368A5C1E8F}"/>
              </a:ext>
            </a:extLst>
          </p:cNvPr>
          <p:cNvSpPr txBox="1"/>
          <p:nvPr/>
        </p:nvSpPr>
        <p:spPr>
          <a:xfrm>
            <a:off x="4006697" y="914401"/>
            <a:ext cx="13444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PART 1 (6 QUESTIONS)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00EA90-E933-40DF-A65F-322200C13812}"/>
              </a:ext>
            </a:extLst>
          </p:cNvPr>
          <p:cNvSpPr/>
          <p:nvPr/>
        </p:nvSpPr>
        <p:spPr>
          <a:xfrm>
            <a:off x="0" y="0"/>
            <a:ext cx="287612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DC0DB1-9D63-4B00-BBE3-7CB025213187}"/>
              </a:ext>
            </a:extLst>
          </p:cNvPr>
          <p:cNvSpPr txBox="1"/>
          <p:nvPr/>
        </p:nvSpPr>
        <p:spPr>
          <a:xfrm rot="16200000">
            <a:off x="-1381001" y="9441742"/>
            <a:ext cx="732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698" y="2575544"/>
            <a:ext cx="15715479" cy="8222157"/>
          </a:xfrm>
          <a:prstGeom prst="rect">
            <a:avLst/>
          </a:prstGeom>
        </p:spPr>
      </p:pic>
      <p:pic>
        <p:nvPicPr>
          <p:cNvPr id="3" name="Practice Part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88800" y="6654800"/>
            <a:ext cx="406400" cy="406400"/>
          </a:xfrm>
          <a:prstGeom prst="rect">
            <a:avLst/>
          </a:prstGeom>
        </p:spPr>
      </p:pic>
      <p:pic>
        <p:nvPicPr>
          <p:cNvPr id="4" name="Practice Part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95013" y="1890981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1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79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73DD7E-9142-4B5A-8760-8A433C1FC0B4}"/>
              </a:ext>
            </a:extLst>
          </p:cNvPr>
          <p:cNvSpPr/>
          <p:nvPr/>
        </p:nvSpPr>
        <p:spPr>
          <a:xfrm>
            <a:off x="2515324" y="1815152"/>
            <a:ext cx="20105191" cy="10085696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BAF03-DB98-4A24-A7D6-4740B7520F05}"/>
              </a:ext>
            </a:extLst>
          </p:cNvPr>
          <p:cNvSpPr/>
          <p:nvPr/>
        </p:nvSpPr>
        <p:spPr>
          <a:xfrm rot="16200000">
            <a:off x="-2903443" y="6482080"/>
            <a:ext cx="10085696" cy="751840"/>
          </a:xfrm>
          <a:prstGeom prst="rect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Slide Number Placeholder 10">
            <a:extLst>
              <a:ext uri="{FF2B5EF4-FFF2-40B4-BE49-F238E27FC236}">
                <a16:creationId xmlns:a16="http://schemas.microsoft.com/office/drawing/2014/main" id="{58FF9DBA-E095-49CC-94AC-63F20246FF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9674" y="12631738"/>
            <a:ext cx="1879600" cy="33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l"/>
              <a:t>6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5F03F-DA32-4BEF-B699-F41304051702}"/>
              </a:ext>
            </a:extLst>
          </p:cNvPr>
          <p:cNvSpPr txBox="1"/>
          <p:nvPr/>
        </p:nvSpPr>
        <p:spPr>
          <a:xfrm>
            <a:off x="3028928" y="2542291"/>
            <a:ext cx="953899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u="sng" dirty="0">
                <a:solidFill>
                  <a:schemeClr val="accent1"/>
                </a:solidFill>
              </a:rPr>
              <a:t>Watch out for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/>
                </a:solidFill>
              </a:rPr>
              <a:t>Only partially correct phrases: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/>
                </a:solidFill>
              </a:rPr>
              <a:t>‘The man is crouching </a:t>
            </a:r>
            <a:r>
              <a:rPr lang="en-US" sz="3600" strike="sngStrike" dirty="0">
                <a:solidFill>
                  <a:srgbClr val="FF0000"/>
                </a:solidFill>
              </a:rPr>
              <a:t>behind</a:t>
            </a:r>
            <a:r>
              <a:rPr lang="en-US" sz="3600" dirty="0">
                <a:solidFill>
                  <a:schemeClr val="accent1"/>
                </a:solidFill>
              </a:rPr>
              <a:t> a wheelbarrow’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/>
                </a:solidFill>
              </a:rPr>
              <a:t>Similar sounding words: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accent1"/>
                </a:solidFill>
              </a:rPr>
              <a:t>‘The man is </a:t>
            </a:r>
            <a:r>
              <a:rPr lang="en-US" sz="3600" strike="sngStrike" dirty="0">
                <a:solidFill>
                  <a:srgbClr val="FF0000"/>
                </a:solidFill>
              </a:rPr>
              <a:t>walking</a:t>
            </a:r>
            <a:r>
              <a:rPr lang="en-US" sz="3600" dirty="0">
                <a:solidFill>
                  <a:schemeClr val="accent1"/>
                </a:solidFill>
              </a:rPr>
              <a:t> in the garden’</a:t>
            </a:r>
          </a:p>
        </p:txBody>
      </p:sp>
      <p:sp>
        <p:nvSpPr>
          <p:cNvPr id="33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1749473" y="644378"/>
            <a:ext cx="11032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TIPS – PART 1</a:t>
            </a:r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516" r="6516"/>
          <a:stretch>
            <a:fillRect/>
          </a:stretch>
        </p:blipFill>
        <p:spPr>
          <a:xfrm>
            <a:off x="12782144" y="2625725"/>
            <a:ext cx="9474605" cy="76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DFA56C2-73E0-4BFE-BCC4-11368A5C1E8F}"/>
              </a:ext>
            </a:extLst>
          </p:cNvPr>
          <p:cNvSpPr txBox="1"/>
          <p:nvPr/>
        </p:nvSpPr>
        <p:spPr>
          <a:xfrm>
            <a:off x="4006696" y="914400"/>
            <a:ext cx="12724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PART 2 (25 QUESTIONS)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00EA90-E933-40DF-A65F-322200C13812}"/>
              </a:ext>
            </a:extLst>
          </p:cNvPr>
          <p:cNvSpPr/>
          <p:nvPr/>
        </p:nvSpPr>
        <p:spPr>
          <a:xfrm>
            <a:off x="0" y="0"/>
            <a:ext cx="287612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DC0DB1-9D63-4B00-BBE3-7CB025213187}"/>
              </a:ext>
            </a:extLst>
          </p:cNvPr>
          <p:cNvSpPr txBox="1"/>
          <p:nvPr/>
        </p:nvSpPr>
        <p:spPr>
          <a:xfrm rot="16200000">
            <a:off x="-1381001" y="9441742"/>
            <a:ext cx="732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  <p:pic>
        <p:nvPicPr>
          <p:cNvPr id="6" name="Imag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698" y="2626467"/>
            <a:ext cx="7141200" cy="3754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ractice Part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872477" y="262646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3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73DD7E-9142-4B5A-8760-8A433C1FC0B4}"/>
              </a:ext>
            </a:extLst>
          </p:cNvPr>
          <p:cNvSpPr/>
          <p:nvPr/>
        </p:nvSpPr>
        <p:spPr>
          <a:xfrm>
            <a:off x="2515324" y="1815152"/>
            <a:ext cx="20105191" cy="10085696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BAF03-DB98-4A24-A7D6-4740B7520F05}"/>
              </a:ext>
            </a:extLst>
          </p:cNvPr>
          <p:cNvSpPr/>
          <p:nvPr/>
        </p:nvSpPr>
        <p:spPr>
          <a:xfrm rot="16200000">
            <a:off x="-2903443" y="6482080"/>
            <a:ext cx="10085696" cy="751840"/>
          </a:xfrm>
          <a:prstGeom prst="rect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Slide Number Placeholder 10">
            <a:extLst>
              <a:ext uri="{FF2B5EF4-FFF2-40B4-BE49-F238E27FC236}">
                <a16:creationId xmlns:a16="http://schemas.microsoft.com/office/drawing/2014/main" id="{58FF9DBA-E095-49CC-94AC-63F20246FF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9674" y="12631738"/>
            <a:ext cx="1879600" cy="33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l"/>
              <a:t>8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5F03F-DA32-4BEF-B699-F41304051702}"/>
              </a:ext>
            </a:extLst>
          </p:cNvPr>
          <p:cNvSpPr txBox="1"/>
          <p:nvPr/>
        </p:nvSpPr>
        <p:spPr>
          <a:xfrm>
            <a:off x="3267166" y="2742218"/>
            <a:ext cx="18271202" cy="799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07000"/>
              </a:lnSpc>
              <a:spcAft>
                <a:spcPts val="0"/>
              </a:spcAft>
              <a:buAutoNum type="arabicParenR"/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Make sure you hear the first word (When, What, Who, How often, How long, How late, </a:t>
            </a:r>
            <a:r>
              <a:rPr lang="en-GB" sz="3200" u="sng" dirty="0">
                <a:ea typeface="Calibri" panose="020F0502020204030204" pitchFamily="34" charset="0"/>
                <a:cs typeface="Times New Roman" panose="02020603050405020304" pitchFamily="18" charset="0"/>
              </a:rPr>
              <a:t>How come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3200" u="sng" dirty="0">
                <a:ea typeface="Calibri" panose="020F0502020204030204" pitchFamily="34" charset="0"/>
                <a:cs typeface="Times New Roman" panose="02020603050405020304" pitchFamily="18" charset="0"/>
              </a:rPr>
              <a:t>How about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3200" u="sng" dirty="0">
                <a:ea typeface="Calibri" panose="020F0502020204030204" pitchFamily="34" charset="0"/>
                <a:cs typeface="Times New Roman" panose="02020603050405020304" pitchFamily="18" charset="0"/>
              </a:rPr>
              <a:t>Would you mind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, etc.)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2) Watch out: The answers are often </a:t>
            </a:r>
            <a:r>
              <a:rPr lang="en-GB" sz="3200" u="sng" dirty="0">
                <a:ea typeface="Calibri" panose="020F0502020204030204" pitchFamily="34" charset="0"/>
                <a:cs typeface="Times New Roman" panose="02020603050405020304" pitchFamily="18" charset="0"/>
              </a:rPr>
              <a:t>not predictable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 – for example: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Where shall we go for lunch?</a:t>
            </a:r>
            <a:endParaRPr lang="fr-FR" sz="3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What do you think? </a:t>
            </a:r>
            <a:r>
              <a:rPr lang="en-GB" sz="32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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I’m eating with a client </a:t>
            </a:r>
            <a:r>
              <a:rPr lang="en-GB" sz="32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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How about pizza? </a:t>
            </a:r>
            <a:r>
              <a:rPr lang="en-GB" sz="32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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3) Watch out: If a word from the question is repeated in an answer choice, it’s usually WRONG </a:t>
            </a: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(90% of the time). For example: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How late did you stay at work last night?</a:t>
            </a:r>
            <a:endParaRPr lang="fr-FR" sz="3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I never work late. </a:t>
            </a:r>
            <a:r>
              <a:rPr lang="en-GB" sz="32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Work was hard last night. </a:t>
            </a:r>
            <a:r>
              <a:rPr lang="en-GB" sz="32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7675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- I actually got off early. </a:t>
            </a:r>
            <a:r>
              <a:rPr lang="en-GB" sz="32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</a:t>
            </a:r>
            <a:endParaRPr lang="fr-FR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1749474" y="719847"/>
            <a:ext cx="11733062" cy="58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TIPS – PART 2</a:t>
            </a:r>
          </a:p>
        </p:txBody>
      </p:sp>
    </p:spTree>
    <p:extLst>
      <p:ext uri="{BB962C8B-B14F-4D97-AF65-F5344CB8AC3E}">
        <p14:creationId xmlns:p14="http://schemas.microsoft.com/office/powerpoint/2010/main" val="133497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73DD7E-9142-4B5A-8760-8A433C1FC0B4}"/>
              </a:ext>
            </a:extLst>
          </p:cNvPr>
          <p:cNvSpPr/>
          <p:nvPr/>
        </p:nvSpPr>
        <p:spPr>
          <a:xfrm>
            <a:off x="2515324" y="1815152"/>
            <a:ext cx="20105191" cy="10085696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BAF03-DB98-4A24-A7D6-4740B7520F05}"/>
              </a:ext>
            </a:extLst>
          </p:cNvPr>
          <p:cNvSpPr/>
          <p:nvPr/>
        </p:nvSpPr>
        <p:spPr>
          <a:xfrm rot="16200000">
            <a:off x="-2903443" y="6482080"/>
            <a:ext cx="10085696" cy="751840"/>
          </a:xfrm>
          <a:prstGeom prst="rect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Slide Number Placeholder 10">
            <a:extLst>
              <a:ext uri="{FF2B5EF4-FFF2-40B4-BE49-F238E27FC236}">
                <a16:creationId xmlns:a16="http://schemas.microsoft.com/office/drawing/2014/main" id="{58FF9DBA-E095-49CC-94AC-63F20246FF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9674" y="12631738"/>
            <a:ext cx="1879600" cy="33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l"/>
              <a:t>9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F08C64-401F-486D-9D94-849AA51165BF}"/>
              </a:ext>
            </a:extLst>
          </p:cNvPr>
          <p:cNvSpPr txBox="1"/>
          <p:nvPr/>
        </p:nvSpPr>
        <p:spPr>
          <a:xfrm>
            <a:off x="3267166" y="2370563"/>
            <a:ext cx="181142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dirty="0">
                <a:solidFill>
                  <a:schemeClr val="accent2"/>
                </a:solidFill>
                <a:latin typeface="+mj-lt"/>
              </a:rPr>
              <a:t>Part 3: Dialogues (2-3 speakers, 39 questions) </a:t>
            </a:r>
          </a:p>
          <a:p>
            <a:pPr>
              <a:lnSpc>
                <a:spcPct val="150000"/>
              </a:lnSpc>
            </a:pPr>
            <a:r>
              <a:rPr lang="fr-FR" sz="4800" dirty="0">
                <a:solidFill>
                  <a:schemeClr val="accent2"/>
                </a:solidFill>
                <a:latin typeface="+mj-lt"/>
              </a:rPr>
              <a:t>Part 4: Announcements (1 speaker, 30 questions)</a:t>
            </a:r>
            <a:endParaRPr lang="en-US" sz="48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3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1749473" y="719713"/>
            <a:ext cx="6382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3267165" y="5251106"/>
            <a:ext cx="1883407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There are no ‘traps’ in these sections.</a:t>
            </a:r>
          </a:p>
          <a:p>
            <a:endParaRPr lang="en-US" sz="3200" u="sng" dirty="0"/>
          </a:p>
          <a:p>
            <a:r>
              <a:rPr lang="en-US" sz="3200" u="sng" dirty="0"/>
              <a:t>The challenge</a:t>
            </a:r>
            <a:r>
              <a:rPr lang="en-US" sz="3200" dirty="0"/>
              <a:t>: Stay concentrated. </a:t>
            </a:r>
          </a:p>
          <a:p>
            <a:endParaRPr lang="en-US" sz="3200" dirty="0"/>
          </a:p>
          <a:p>
            <a:r>
              <a:rPr lang="en-US" sz="3200" u="sng" dirty="0"/>
              <a:t>Recommended technique</a:t>
            </a:r>
            <a:r>
              <a:rPr lang="en-US" sz="3200" dirty="0"/>
              <a:t>: Read the questions in advance (while instructions are spoken). </a:t>
            </a:r>
          </a:p>
        </p:txBody>
      </p:sp>
    </p:spTree>
    <p:extLst>
      <p:ext uri="{BB962C8B-B14F-4D97-AF65-F5344CB8AC3E}">
        <p14:creationId xmlns:p14="http://schemas.microsoft.com/office/powerpoint/2010/main" val="244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DFA56C2-73E0-4BFE-BCC4-11368A5C1E8F}"/>
              </a:ext>
            </a:extLst>
          </p:cNvPr>
          <p:cNvSpPr txBox="1"/>
          <p:nvPr/>
        </p:nvSpPr>
        <p:spPr>
          <a:xfrm>
            <a:off x="4006696" y="992221"/>
            <a:ext cx="14845507" cy="60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PART 3 (39 QUESTIONS)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00EA90-E933-40DF-A65F-322200C13812}"/>
              </a:ext>
            </a:extLst>
          </p:cNvPr>
          <p:cNvSpPr/>
          <p:nvPr/>
        </p:nvSpPr>
        <p:spPr>
          <a:xfrm>
            <a:off x="0" y="0"/>
            <a:ext cx="287612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DC0DB1-9D63-4B00-BBE3-7CB025213187}"/>
              </a:ext>
            </a:extLst>
          </p:cNvPr>
          <p:cNvSpPr txBox="1"/>
          <p:nvPr/>
        </p:nvSpPr>
        <p:spPr>
          <a:xfrm rot="16200000">
            <a:off x="-1381001" y="9441742"/>
            <a:ext cx="732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  <p:pic>
        <p:nvPicPr>
          <p:cNvPr id="7" name="Imag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698" y="2389248"/>
            <a:ext cx="14845506" cy="8058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ractice Part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89577" y="10817535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6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36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8DFA56C2-73E0-4BFE-BCC4-11368A5C1E8F}"/>
              </a:ext>
            </a:extLst>
          </p:cNvPr>
          <p:cNvSpPr txBox="1"/>
          <p:nvPr/>
        </p:nvSpPr>
        <p:spPr>
          <a:xfrm>
            <a:off x="4006697" y="835499"/>
            <a:ext cx="13405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LISTENING PART 4 (30 QUESTIONS)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00EA90-E933-40DF-A65F-322200C13812}"/>
              </a:ext>
            </a:extLst>
          </p:cNvPr>
          <p:cNvSpPr/>
          <p:nvPr/>
        </p:nvSpPr>
        <p:spPr>
          <a:xfrm>
            <a:off x="0" y="0"/>
            <a:ext cx="287612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DC0DB1-9D63-4B00-BBE3-7CB025213187}"/>
              </a:ext>
            </a:extLst>
          </p:cNvPr>
          <p:cNvSpPr txBox="1"/>
          <p:nvPr/>
        </p:nvSpPr>
        <p:spPr>
          <a:xfrm rot="16200000">
            <a:off x="-1381001" y="9441742"/>
            <a:ext cx="7326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  <p:pic>
        <p:nvPicPr>
          <p:cNvPr id="6" name="Imag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967" y="2023354"/>
            <a:ext cx="14805498" cy="1147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ractice Part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375780" y="632299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8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9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pour une image  10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075" b="50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36CDF0-A6AD-4D83-AF37-E9C54D923617}"/>
              </a:ext>
            </a:extLst>
          </p:cNvPr>
          <p:cNvSpPr/>
          <p:nvPr/>
        </p:nvSpPr>
        <p:spPr>
          <a:xfrm>
            <a:off x="22279429" y="0"/>
            <a:ext cx="2104571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906374-C3E5-4CAC-8467-126BEAF3148D}"/>
              </a:ext>
            </a:extLst>
          </p:cNvPr>
          <p:cNvSpPr/>
          <p:nvPr/>
        </p:nvSpPr>
        <p:spPr>
          <a:xfrm>
            <a:off x="-1" y="2907490"/>
            <a:ext cx="17179047" cy="6567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3302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19AD9-754D-4152-8039-80B494AE0DDB}"/>
              </a:ext>
            </a:extLst>
          </p:cNvPr>
          <p:cNvSpPr txBox="1"/>
          <p:nvPr/>
        </p:nvSpPr>
        <p:spPr>
          <a:xfrm>
            <a:off x="739302" y="3236717"/>
            <a:ext cx="7627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36A9E1"/>
                </a:solidFill>
                <a:latin typeface="+mj-lt"/>
                <a:ea typeface="Roboto Slab" pitchFamily="2" charset="0"/>
              </a:rPr>
              <a:t>TOEIC 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22A1AA-C072-46CC-AE7C-18DDCE92A380}"/>
              </a:ext>
            </a:extLst>
          </p:cNvPr>
          <p:cNvSpPr txBox="1"/>
          <p:nvPr/>
        </p:nvSpPr>
        <p:spPr>
          <a:xfrm rot="5400000">
            <a:off x="17915797" y="6673334"/>
            <a:ext cx="1083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1500" dirty="0">
                <a:solidFill>
                  <a:srgbClr val="E8E3D9"/>
                </a:solidFill>
                <a:ea typeface="Roboto Slab" pitchFamily="2" charset="0"/>
              </a:rPr>
              <a:t>ESIEA.FR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37FD0-5064-4B36-82D0-D38EE1C55A5D}"/>
              </a:ext>
            </a:extLst>
          </p:cNvPr>
          <p:cNvSpPr txBox="1"/>
          <p:nvPr/>
        </p:nvSpPr>
        <p:spPr>
          <a:xfrm>
            <a:off x="603113" y="4890456"/>
            <a:ext cx="161284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u="sng" dirty="0"/>
              <a:t>Watch out</a:t>
            </a:r>
            <a:r>
              <a:rPr lang="en-GB" sz="3200" dirty="0"/>
              <a:t>: GOOD TIME MANAGEMENT is essential for the Reading sections. 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Recommended timing: </a:t>
            </a:r>
          </a:p>
          <a:p>
            <a:pPr>
              <a:lnSpc>
                <a:spcPct val="150000"/>
              </a:lnSpc>
            </a:pPr>
            <a:r>
              <a:rPr lang="en-GB" sz="3200" b="1" dirty="0"/>
              <a:t>Part 5</a:t>
            </a:r>
            <a:r>
              <a:rPr lang="en-GB" sz="3200" dirty="0"/>
              <a:t> (Gap-fills, 30 questions) = </a:t>
            </a:r>
            <a:r>
              <a:rPr lang="en-GB" sz="3200" b="1" dirty="0"/>
              <a:t>15 minutes </a:t>
            </a:r>
            <a:r>
              <a:rPr lang="en-GB" sz="3200" dirty="0"/>
              <a:t>(approx. 30 seconds per question)</a:t>
            </a:r>
          </a:p>
          <a:p>
            <a:pPr>
              <a:lnSpc>
                <a:spcPct val="150000"/>
              </a:lnSpc>
            </a:pPr>
            <a:r>
              <a:rPr lang="en-GB" sz="3200" b="1" dirty="0"/>
              <a:t>Part 6 </a:t>
            </a:r>
            <a:r>
              <a:rPr lang="en-GB" sz="3200" dirty="0"/>
              <a:t>(Gap-fills in texts, 16 questions) = </a:t>
            </a:r>
            <a:r>
              <a:rPr lang="en-GB" sz="3200" b="1" dirty="0"/>
              <a:t>10 minutes </a:t>
            </a:r>
            <a:r>
              <a:rPr lang="en-GB" sz="3200" dirty="0"/>
              <a:t>(approx. 30 seconds per question)</a:t>
            </a:r>
          </a:p>
          <a:p>
            <a:pPr>
              <a:lnSpc>
                <a:spcPct val="150000"/>
              </a:lnSpc>
            </a:pPr>
            <a:r>
              <a:rPr lang="en-GB" sz="3200" b="1" dirty="0"/>
              <a:t>Part 7 </a:t>
            </a:r>
            <a:r>
              <a:rPr lang="en-GB" sz="3200" dirty="0"/>
              <a:t>(Text comprehension, 54 questions) = </a:t>
            </a:r>
            <a:r>
              <a:rPr lang="en-GB" sz="3200" b="1" dirty="0"/>
              <a:t>50 minutes </a:t>
            </a:r>
            <a:r>
              <a:rPr lang="en-GB" sz="3200" dirty="0"/>
              <a:t>(approx. 1 minute per question)</a:t>
            </a:r>
          </a:p>
        </p:txBody>
      </p:sp>
    </p:spTree>
    <p:extLst>
      <p:ext uri="{BB962C8B-B14F-4D97-AF65-F5344CB8AC3E}">
        <p14:creationId xmlns:p14="http://schemas.microsoft.com/office/powerpoint/2010/main" val="50070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73DD7E-9142-4B5A-8760-8A433C1FC0B4}"/>
              </a:ext>
            </a:extLst>
          </p:cNvPr>
          <p:cNvSpPr/>
          <p:nvPr/>
        </p:nvSpPr>
        <p:spPr>
          <a:xfrm>
            <a:off x="2515324" y="1815152"/>
            <a:ext cx="20105191" cy="10085696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BAF03-DB98-4A24-A7D6-4740B7520F05}"/>
              </a:ext>
            </a:extLst>
          </p:cNvPr>
          <p:cNvSpPr/>
          <p:nvPr/>
        </p:nvSpPr>
        <p:spPr>
          <a:xfrm rot="16200000">
            <a:off x="-2903443" y="6482080"/>
            <a:ext cx="10085696" cy="751840"/>
          </a:xfrm>
          <a:prstGeom prst="rect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Slide Number Placeholder 10">
            <a:extLst>
              <a:ext uri="{FF2B5EF4-FFF2-40B4-BE49-F238E27FC236}">
                <a16:creationId xmlns:a16="http://schemas.microsoft.com/office/drawing/2014/main" id="{58FF9DBA-E095-49CC-94AC-63F20246FF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9674" y="12631738"/>
            <a:ext cx="1879600" cy="33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l"/>
              <a:t>13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5F03F-DA32-4BEF-B699-F41304051702}"/>
              </a:ext>
            </a:extLst>
          </p:cNvPr>
          <p:cNvSpPr txBox="1"/>
          <p:nvPr/>
        </p:nvSpPr>
        <p:spPr>
          <a:xfrm>
            <a:off x="2862243" y="2323611"/>
            <a:ext cx="19758271" cy="9050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It is highly recommended you do the Reading sections in a different order. </a:t>
            </a:r>
            <a:r>
              <a:rPr lang="en-GB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Start with the end of Part 7 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(from the double passages to the end). Then do the beginning of Part 7, followed by Part 5 &amp; Part 6.</a:t>
            </a: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en-GB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buFont typeface="+mj-lt"/>
              <a:buAutoNum type="arabicPeriod"/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In Part 7, </a:t>
            </a:r>
            <a:r>
              <a:rPr lang="en-GB" sz="3200" b="1" dirty="0">
                <a:solidFill>
                  <a:schemeClr val="accent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your objective is to find the answers, NOT to read &amp; understand everything!</a:t>
            </a:r>
            <a:r>
              <a:rPr lang="en-GB" sz="3200" dirty="0">
                <a:solidFill>
                  <a:schemeClr val="accent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Read the questions slowly enough to understand them, then find the answers as quickly as possible. </a:t>
            </a:r>
            <a:r>
              <a:rPr lang="en-GB" sz="3200" b="1" dirty="0">
                <a:solidFill>
                  <a:schemeClr val="accent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SKIM &amp; SCAN.</a:t>
            </a: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In Part 7, look for information in logical places in the documents. For example, in an email the reason for writing is normally given at the beginning, and a request normally comes at the end.</a:t>
            </a: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In Part 7, look out for synonyms. For example, you could have ‘at the beginning of the year’ in the text &amp; ‘in January’ in the correct answer choice.</a:t>
            </a: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r-F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200" u="sng" dirty="0">
                <a:ea typeface="Calibri" panose="020F0502020204030204" pitchFamily="34" charset="0"/>
                <a:cs typeface="Times New Roman" panose="02020603050405020304" pitchFamily="18" charset="0"/>
              </a:rPr>
              <a:t>Suggestion for individual practice</a:t>
            </a: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: Do practice tests </a:t>
            </a:r>
            <a:r>
              <a:rPr lang="en-US" sz="3200" b="1" dirty="0">
                <a:solidFill>
                  <a:schemeClr val="accent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using a timer </a:t>
            </a: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(‘</a:t>
            </a:r>
            <a:r>
              <a:rPr lang="en-US" sz="3200" dirty="0" err="1">
                <a:ea typeface="Calibri" panose="020F0502020204030204" pitchFamily="34" charset="0"/>
                <a:cs typeface="Times New Roman" panose="02020603050405020304" pitchFamily="18" charset="0"/>
              </a:rPr>
              <a:t>chronomètre</a:t>
            </a: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’). In Part 7, you have 1 minute per question (so for a Part 7 text with 4 questions, you have 4 minutes). In Part 5 &amp; 6 you have 30 seconds per question. Doing this will be uncomfortable &amp; stressful, but will help you find the right rhythm.</a:t>
            </a:r>
          </a:p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</a:t>
            </a:r>
          </a:p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en-GB" sz="3200" dirty="0"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(For more information, tips &amp; links, visit the TOEIC page on ESIEA’s Moodle)</a:t>
            </a:r>
            <a:endParaRPr lang="fr-FR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1749474" y="719712"/>
            <a:ext cx="589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600" dirty="0">
                <a:solidFill>
                  <a:schemeClr val="accent3"/>
                </a:solidFill>
              </a:rPr>
              <a:t>TOEIC READING TIPS</a:t>
            </a:r>
          </a:p>
        </p:txBody>
      </p:sp>
    </p:spTree>
    <p:extLst>
      <p:ext uri="{BB962C8B-B14F-4D97-AF65-F5344CB8AC3E}">
        <p14:creationId xmlns:p14="http://schemas.microsoft.com/office/powerpoint/2010/main" val="272994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2E54F8-CFA6-498B-88FC-8BA6DA038F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4876" y="12552733"/>
            <a:ext cx="187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ctr"/>
              <a:t>14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5A89AC-72C0-415D-9BB3-1AB042BCC2D2}"/>
              </a:ext>
            </a:extLst>
          </p:cNvPr>
          <p:cNvCxnSpPr>
            <a:cxnSpLocks/>
          </p:cNvCxnSpPr>
          <p:nvPr/>
        </p:nvCxnSpPr>
        <p:spPr>
          <a:xfrm>
            <a:off x="12192000" y="13280571"/>
            <a:ext cx="0" cy="435429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5019472" y="486384"/>
            <a:ext cx="13949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>
                <a:solidFill>
                  <a:schemeClr val="accent3"/>
                </a:solidFill>
              </a:rPr>
              <a:t>TOEIC READING PART 7 (54 QUESTIONS)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0" y="1087424"/>
            <a:ext cx="10411720" cy="553686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52" y="6624293"/>
            <a:ext cx="8975240" cy="644968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746" y="1298780"/>
            <a:ext cx="10794528" cy="532551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7746" y="6835649"/>
            <a:ext cx="11511634" cy="571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2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2E54F8-CFA6-498B-88FC-8BA6DA038F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4876" y="12552733"/>
            <a:ext cx="187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ctr"/>
              <a:t>15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5A89AC-72C0-415D-9BB3-1AB042BCC2D2}"/>
              </a:ext>
            </a:extLst>
          </p:cNvPr>
          <p:cNvCxnSpPr>
            <a:cxnSpLocks/>
          </p:cNvCxnSpPr>
          <p:nvPr/>
        </p:nvCxnSpPr>
        <p:spPr>
          <a:xfrm>
            <a:off x="12192000" y="13280571"/>
            <a:ext cx="0" cy="435429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5758774" y="544749"/>
            <a:ext cx="12120664" cy="604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>
                <a:solidFill>
                  <a:schemeClr val="accent3"/>
                </a:solidFill>
              </a:rPr>
              <a:t>TOEIC READING PART 5 (30 QUESTIONS)</a:t>
            </a:r>
          </a:p>
        </p:txBody>
      </p:sp>
      <p:pic>
        <p:nvPicPr>
          <p:cNvPr id="7" name="Imag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06" y="2410025"/>
            <a:ext cx="14396937" cy="9753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08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2E54F8-CFA6-498B-88FC-8BA6DA038F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4876" y="12552733"/>
            <a:ext cx="187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9A15C1F-0F4E-4243-AC81-D36EC58B277A}" type="slidenum">
              <a:rPr lang="en-US" sz="1600" spc="600">
                <a:solidFill>
                  <a:schemeClr val="bg1">
                    <a:lumMod val="50000"/>
                  </a:schemeClr>
                </a:solidFill>
                <a:latin typeface="+mj-lt"/>
              </a:rPr>
              <a:pPr algn="ctr"/>
              <a:t>16</a:t>
            </a:fld>
            <a:endParaRPr lang="en-US" sz="1600" spc="6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5A89AC-72C0-415D-9BB3-1AB042BCC2D2}"/>
              </a:ext>
            </a:extLst>
          </p:cNvPr>
          <p:cNvCxnSpPr>
            <a:cxnSpLocks/>
          </p:cNvCxnSpPr>
          <p:nvPr/>
        </p:nvCxnSpPr>
        <p:spPr>
          <a:xfrm>
            <a:off x="12192000" y="13280571"/>
            <a:ext cx="0" cy="435429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14">
            <a:extLst>
              <a:ext uri="{FF2B5EF4-FFF2-40B4-BE49-F238E27FC236}">
                <a16:creationId xmlns:a16="http://schemas.microsoft.com/office/drawing/2014/main" id="{454AA1D9-8857-408B-B04C-8260EFD2679A}"/>
              </a:ext>
            </a:extLst>
          </p:cNvPr>
          <p:cNvSpPr txBox="1"/>
          <p:nvPr/>
        </p:nvSpPr>
        <p:spPr>
          <a:xfrm>
            <a:off x="5797683" y="428017"/>
            <a:ext cx="12393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>
                <a:solidFill>
                  <a:schemeClr val="accent3"/>
                </a:solidFill>
              </a:rPr>
              <a:t>TOEIC READING PART 6 (16 QUESTIONS)</a:t>
            </a:r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684" y="1087424"/>
            <a:ext cx="12743235" cy="121931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569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ersonnalisé 1">
      <a:dk1>
        <a:srgbClr val="151D34"/>
      </a:dk1>
      <a:lt1>
        <a:sysClr val="window" lastClr="FFFFFF"/>
      </a:lt1>
      <a:dk2>
        <a:srgbClr val="151D34"/>
      </a:dk2>
      <a:lt2>
        <a:srgbClr val="FFFAF3"/>
      </a:lt2>
      <a:accent1>
        <a:srgbClr val="151D34"/>
      </a:accent1>
      <a:accent2>
        <a:srgbClr val="36A9E1"/>
      </a:accent2>
      <a:accent3>
        <a:srgbClr val="F59400"/>
      </a:accent3>
      <a:accent4>
        <a:srgbClr val="36A9E1"/>
      </a:accent4>
      <a:accent5>
        <a:srgbClr val="36A9E1"/>
      </a:accent5>
      <a:accent6>
        <a:srgbClr val="FFB698"/>
      </a:accent6>
      <a:hlink>
        <a:srgbClr val="36A9E1"/>
      </a:hlink>
      <a:folHlink>
        <a:srgbClr val="F59400"/>
      </a:folHlink>
    </a:clrScheme>
    <a:fontScheme name="Personnalisé 3">
      <a:majorFont>
        <a:latin typeface="Poppins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8E3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0800">
          <a:solidFill>
            <a:schemeClr val="bg1">
              <a:lumMod val="9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6000" smtClean="0">
            <a:latin typeface="Montserrat Black" panose="00000A00000000000000" pitchFamily="50" charset="0"/>
            <a:ea typeface="Roboto Slab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42619</TotalTime>
  <Words>744</Words>
  <Application>Microsoft Office PowerPoint</Application>
  <PresentationFormat>Personnalisé</PresentationFormat>
  <Paragraphs>101</Paragraphs>
  <Slides>16</Slides>
  <Notes>1</Notes>
  <HiddenSlides>0</HiddenSlides>
  <MMClips>5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Montserrat</vt:lpstr>
      <vt:lpstr>Open Sans</vt:lpstr>
      <vt:lpstr>Roboto Slab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JOHANSEN Camilla</cp:lastModifiedBy>
  <cp:revision>425</cp:revision>
  <dcterms:created xsi:type="dcterms:W3CDTF">2019-05-08T18:17:41Z</dcterms:created>
  <dcterms:modified xsi:type="dcterms:W3CDTF">2024-09-25T06:40:18Z</dcterms:modified>
</cp:coreProperties>
</file>